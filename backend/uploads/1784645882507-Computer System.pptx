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2.xml" ContentType="application/vnd.openxmlformats-officedocument.theme+xml"/>
  <Override PartName="/ppt/slideLayouts/slideLayout71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  <p:sldMasterId id="2147483712" r:id="rId2"/>
    <p:sldMasterId id="2147483804" r:id="rId3"/>
  </p:sldMasterIdLst>
  <p:sldIdLst>
    <p:sldId id="274" r:id="rId4"/>
    <p:sldId id="259" r:id="rId5"/>
    <p:sldId id="260" r:id="rId6"/>
    <p:sldId id="262" r:id="rId7"/>
    <p:sldId id="263" r:id="rId8"/>
    <p:sldId id="264" r:id="rId9"/>
    <p:sldId id="283" r:id="rId10"/>
    <p:sldId id="282" r:id="rId11"/>
    <p:sldId id="265" r:id="rId12"/>
    <p:sldId id="280" r:id="rId13"/>
    <p:sldId id="266" r:id="rId14"/>
    <p:sldId id="279" r:id="rId15"/>
    <p:sldId id="268" r:id="rId16"/>
    <p:sldId id="269" r:id="rId17"/>
    <p:sldId id="273" r:id="rId18"/>
    <p:sldId id="276" r:id="rId19"/>
    <p:sldId id="284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90" d="100"/>
          <a:sy n="90" d="100"/>
        </p:scale>
        <p:origin x="55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736171-4F71-4F28-900E-C896DB6B10B4}" type="doc">
      <dgm:prSet loTypeId="urn:microsoft.com/office/officeart/2005/8/layout/hList7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IN"/>
        </a:p>
      </dgm:t>
    </dgm:pt>
    <dgm:pt modelId="{502FD2B1-A37E-48EA-85A9-A180F26CD17B}">
      <dgm:prSet phldrT="[Text]"/>
      <dgm:spPr/>
      <dgm:t>
        <a:bodyPr/>
        <a:lstStyle/>
        <a:p>
          <a:pPr>
            <a:buNone/>
          </a:pPr>
          <a:r>
            <a:rPr lang="en-IN" dirty="0"/>
            <a:t>1.First Generation</a:t>
          </a:r>
        </a:p>
        <a:p>
          <a:pPr>
            <a:buNone/>
          </a:pPr>
          <a:r>
            <a:rPr lang="en-IN" dirty="0"/>
            <a:t> (1940–1956) </a:t>
          </a:r>
        </a:p>
        <a:p>
          <a:pPr>
            <a:buNone/>
          </a:pPr>
          <a:r>
            <a:rPr lang="en-IN" dirty="0"/>
            <a:t>Technology: Vacuum Tubes</a:t>
          </a:r>
        </a:p>
        <a:p>
          <a:pPr>
            <a:buNone/>
          </a:pPr>
          <a:r>
            <a:rPr lang="en-IN" dirty="0"/>
            <a:t>Ex   ENIAC , EDVAC , UNIVAC-I</a:t>
          </a:r>
        </a:p>
      </dgm:t>
    </dgm:pt>
    <dgm:pt modelId="{9EE86874-09D5-4F46-AFE2-6186ACE1BA60}" type="parTrans" cxnId="{A34DA3FD-F7A5-4B2B-8F80-B4618455088F}">
      <dgm:prSet/>
      <dgm:spPr/>
      <dgm:t>
        <a:bodyPr/>
        <a:lstStyle/>
        <a:p>
          <a:endParaRPr lang="en-IN"/>
        </a:p>
      </dgm:t>
    </dgm:pt>
    <dgm:pt modelId="{86A80465-5FD9-44F1-9329-BC984972CFC1}" type="sibTrans" cxnId="{A34DA3FD-F7A5-4B2B-8F80-B4618455088F}">
      <dgm:prSet/>
      <dgm:spPr/>
      <dgm:t>
        <a:bodyPr/>
        <a:lstStyle/>
        <a:p>
          <a:endParaRPr lang="en-IN"/>
        </a:p>
      </dgm:t>
    </dgm:pt>
    <dgm:pt modelId="{BA116653-4A3D-4607-8D2D-136AEB5385B7}">
      <dgm:prSet phldrT="[Text]"/>
      <dgm:spPr/>
      <dgm:t>
        <a:bodyPr/>
        <a:lstStyle/>
        <a:p>
          <a:pPr>
            <a:buNone/>
          </a:pPr>
          <a:r>
            <a:rPr lang="en-IN" dirty="0"/>
            <a:t>4. Fourth Generation</a:t>
          </a:r>
        </a:p>
        <a:p>
          <a:pPr>
            <a:buNone/>
          </a:pPr>
          <a:r>
            <a:rPr lang="en-IN" dirty="0"/>
            <a:t> (1971–Present) Microprocessors</a:t>
          </a:r>
        </a:p>
        <a:p>
          <a:pPr>
            <a:buNone/>
          </a:pPr>
          <a:r>
            <a:rPr lang="en-IN" dirty="0"/>
            <a:t>Ex: Desktop computer, Personal Computer and Laptop</a:t>
          </a:r>
        </a:p>
      </dgm:t>
    </dgm:pt>
    <dgm:pt modelId="{54C579AE-2222-46FB-9B37-098F758904B8}" type="parTrans" cxnId="{CCBA2A63-D8B9-4932-BBF8-5F0A5C0F2428}">
      <dgm:prSet/>
      <dgm:spPr/>
      <dgm:t>
        <a:bodyPr/>
        <a:lstStyle/>
        <a:p>
          <a:endParaRPr lang="en-IN"/>
        </a:p>
      </dgm:t>
    </dgm:pt>
    <dgm:pt modelId="{E7FC930A-20BA-43C3-9D45-43C8BCA539D3}" type="sibTrans" cxnId="{CCBA2A63-D8B9-4932-BBF8-5F0A5C0F2428}">
      <dgm:prSet/>
      <dgm:spPr/>
      <dgm:t>
        <a:bodyPr/>
        <a:lstStyle/>
        <a:p>
          <a:endParaRPr lang="en-IN"/>
        </a:p>
      </dgm:t>
    </dgm:pt>
    <dgm:pt modelId="{BEDAE5F2-D1C1-40EE-98E6-FA5A1C42C40D}">
      <dgm:prSet/>
      <dgm:spPr/>
      <dgm:t>
        <a:bodyPr/>
        <a:lstStyle/>
        <a:p>
          <a:r>
            <a:rPr lang="en-IN" dirty="0"/>
            <a:t>5. Fifth Generation (Present &amp; Future) Artificial Intelligence (AI)</a:t>
          </a:r>
        </a:p>
        <a:p>
          <a:r>
            <a:rPr lang="en-IN" dirty="0"/>
            <a:t>Ex: AI Assistants (ChatGPT, Siri, Google Assistant) ,Self-driving Cars ,Supercomputers</a:t>
          </a:r>
        </a:p>
      </dgm:t>
    </dgm:pt>
    <dgm:pt modelId="{4B462E8B-0AB1-405C-8975-4D3EC661980F}" type="parTrans" cxnId="{98DCFFB1-E824-42FC-9214-3C90FB94AF0B}">
      <dgm:prSet/>
      <dgm:spPr/>
      <dgm:t>
        <a:bodyPr/>
        <a:lstStyle/>
        <a:p>
          <a:endParaRPr lang="en-IN"/>
        </a:p>
      </dgm:t>
    </dgm:pt>
    <dgm:pt modelId="{29024F18-D981-41F7-A102-BC0D0DC428BF}" type="sibTrans" cxnId="{98DCFFB1-E824-42FC-9214-3C90FB94AF0B}">
      <dgm:prSet/>
      <dgm:spPr/>
      <dgm:t>
        <a:bodyPr/>
        <a:lstStyle/>
        <a:p>
          <a:endParaRPr lang="en-IN"/>
        </a:p>
      </dgm:t>
    </dgm:pt>
    <dgm:pt modelId="{E48B257E-FE93-4115-BF23-3C6E17AB951E}">
      <dgm:prSet/>
      <dgm:spPr/>
      <dgm:t>
        <a:bodyPr/>
        <a:lstStyle/>
        <a:p>
          <a:r>
            <a:rPr lang="en-IN" dirty="0"/>
            <a:t>3. Third Generation</a:t>
          </a:r>
        </a:p>
        <a:p>
          <a:r>
            <a:rPr lang="en-IN" dirty="0"/>
            <a:t> (1964–1971)</a:t>
          </a:r>
        </a:p>
        <a:p>
          <a:r>
            <a:rPr lang="en-IN" dirty="0"/>
            <a:t> Integrated Circuits (ICs)</a:t>
          </a:r>
        </a:p>
        <a:p>
          <a:r>
            <a:rPr lang="en-IN" dirty="0"/>
            <a:t>Ex: IBM System/360 , </a:t>
          </a:r>
        </a:p>
        <a:p>
          <a:r>
            <a:rPr lang="en-IN" dirty="0"/>
            <a:t>PDP-8,Honeywell-6000 </a:t>
          </a:r>
        </a:p>
      </dgm:t>
    </dgm:pt>
    <dgm:pt modelId="{99AD59E0-82FC-4C82-BA9D-F54B76BBA3DD}" type="parTrans" cxnId="{0AE8226F-9B84-497F-AEEC-51735310F2AE}">
      <dgm:prSet/>
      <dgm:spPr/>
      <dgm:t>
        <a:bodyPr/>
        <a:lstStyle/>
        <a:p>
          <a:endParaRPr lang="en-IN"/>
        </a:p>
      </dgm:t>
    </dgm:pt>
    <dgm:pt modelId="{847608B0-60B0-4DC9-8180-CE3DBFD682B6}" type="sibTrans" cxnId="{0AE8226F-9B84-497F-AEEC-51735310F2AE}">
      <dgm:prSet/>
      <dgm:spPr/>
      <dgm:t>
        <a:bodyPr/>
        <a:lstStyle/>
        <a:p>
          <a:endParaRPr lang="en-IN"/>
        </a:p>
      </dgm:t>
    </dgm:pt>
    <dgm:pt modelId="{EAE0AFF8-2A31-4EB5-8C94-38A27147446D}">
      <dgm:prSet/>
      <dgm:spPr/>
      <dgm:t>
        <a:bodyPr/>
        <a:lstStyle/>
        <a:p>
          <a:r>
            <a:rPr lang="en-IN" dirty="0"/>
            <a:t>2.Second Generation </a:t>
          </a:r>
        </a:p>
        <a:p>
          <a:r>
            <a:rPr lang="en-IN" dirty="0"/>
            <a:t>(1956-1963) Transistors.</a:t>
          </a:r>
        </a:p>
        <a:p>
          <a:r>
            <a:rPr lang="en-IN" dirty="0"/>
            <a:t>Ex : IBM 1401, IBM 7094, CDC 1604 </a:t>
          </a:r>
        </a:p>
      </dgm:t>
    </dgm:pt>
    <dgm:pt modelId="{24FB0F30-DA6E-4B48-91F7-AE75112E7316}" type="parTrans" cxnId="{FBADD048-E700-4EFB-9330-B86503A6D079}">
      <dgm:prSet/>
      <dgm:spPr/>
      <dgm:t>
        <a:bodyPr/>
        <a:lstStyle/>
        <a:p>
          <a:endParaRPr lang="en-IN"/>
        </a:p>
      </dgm:t>
    </dgm:pt>
    <dgm:pt modelId="{D6EE7FFD-D1D3-449E-9CB2-A40D6198CEE5}" type="sibTrans" cxnId="{FBADD048-E700-4EFB-9330-B86503A6D079}">
      <dgm:prSet/>
      <dgm:spPr/>
      <dgm:t>
        <a:bodyPr/>
        <a:lstStyle/>
        <a:p>
          <a:endParaRPr lang="en-IN"/>
        </a:p>
      </dgm:t>
    </dgm:pt>
    <dgm:pt modelId="{5D8F8FCB-21A4-4D1D-B670-E8672495804E}" type="pres">
      <dgm:prSet presAssocID="{22736171-4F71-4F28-900E-C896DB6B10B4}" presName="Name0" presStyleCnt="0">
        <dgm:presLayoutVars>
          <dgm:dir/>
          <dgm:resizeHandles val="exact"/>
        </dgm:presLayoutVars>
      </dgm:prSet>
      <dgm:spPr/>
    </dgm:pt>
    <dgm:pt modelId="{1A8ED3C7-6AF9-450C-8B64-5C6269DDED34}" type="pres">
      <dgm:prSet presAssocID="{22736171-4F71-4F28-900E-C896DB6B10B4}" presName="fgShape" presStyleLbl="fgShp" presStyleIdx="0" presStyleCnt="1" custScaleX="105297" custScaleY="59183" custLinFactNeighborX="-1111" custLinFactNeighborY="53742"/>
      <dgm:spPr/>
    </dgm:pt>
    <dgm:pt modelId="{3D92501D-59FC-4102-8A8C-207C9F890DD0}" type="pres">
      <dgm:prSet presAssocID="{22736171-4F71-4F28-900E-C896DB6B10B4}" presName="linComp" presStyleCnt="0"/>
      <dgm:spPr/>
    </dgm:pt>
    <dgm:pt modelId="{D5D65DC0-1B7A-4223-9F76-6CB8B1CD448B}" type="pres">
      <dgm:prSet presAssocID="{502FD2B1-A37E-48EA-85A9-A180F26CD17B}" presName="compNode" presStyleCnt="0"/>
      <dgm:spPr/>
    </dgm:pt>
    <dgm:pt modelId="{D30B28CA-D3EB-44B9-9915-AACD38E0CA7C}" type="pres">
      <dgm:prSet presAssocID="{502FD2B1-A37E-48EA-85A9-A180F26CD17B}" presName="bkgdShape" presStyleLbl="node1" presStyleIdx="0" presStyleCnt="5"/>
      <dgm:spPr/>
    </dgm:pt>
    <dgm:pt modelId="{F31D75BF-8BB1-43B8-A7C6-DE71A08E8584}" type="pres">
      <dgm:prSet presAssocID="{502FD2B1-A37E-48EA-85A9-A180F26CD17B}" presName="nodeTx" presStyleLbl="node1" presStyleIdx="0" presStyleCnt="5">
        <dgm:presLayoutVars>
          <dgm:bulletEnabled val="1"/>
        </dgm:presLayoutVars>
      </dgm:prSet>
      <dgm:spPr/>
    </dgm:pt>
    <dgm:pt modelId="{2270AFCA-BB22-404F-9E05-71FCF486D9FF}" type="pres">
      <dgm:prSet presAssocID="{502FD2B1-A37E-48EA-85A9-A180F26CD17B}" presName="invisiNode" presStyleLbl="node1" presStyleIdx="0" presStyleCnt="5"/>
      <dgm:spPr/>
    </dgm:pt>
    <dgm:pt modelId="{3C2A26CF-931F-4851-8CAA-71C2EB21BB1C}" type="pres">
      <dgm:prSet presAssocID="{502FD2B1-A37E-48EA-85A9-A180F26CD17B}" presName="imagNode" presStyleLbl="fgImgPlace1" presStyleIdx="0" presStyleCnt="5"/>
      <dgm:spPr>
        <a:blipFill rotWithShape="1">
          <a:blip xmlns:r="http://schemas.openxmlformats.org/officeDocument/2006/relationships" r:embed="rId1"/>
          <a:srcRect/>
          <a:stretch>
            <a:fillRect l="-41000" r="-41000"/>
          </a:stretch>
        </a:blipFill>
      </dgm:spPr>
    </dgm:pt>
    <dgm:pt modelId="{ED84603D-8A9C-4140-A073-F0EBD8E94067}" type="pres">
      <dgm:prSet presAssocID="{86A80465-5FD9-44F1-9329-BC984972CFC1}" presName="sibTrans" presStyleLbl="sibTrans2D1" presStyleIdx="0" presStyleCnt="0"/>
      <dgm:spPr/>
    </dgm:pt>
    <dgm:pt modelId="{C90DE982-81BE-4B3D-BA3A-0962AF21648C}" type="pres">
      <dgm:prSet presAssocID="{EAE0AFF8-2A31-4EB5-8C94-38A27147446D}" presName="compNode" presStyleCnt="0"/>
      <dgm:spPr/>
    </dgm:pt>
    <dgm:pt modelId="{5C154392-8F06-4364-89F8-622690B6CAD1}" type="pres">
      <dgm:prSet presAssocID="{EAE0AFF8-2A31-4EB5-8C94-38A27147446D}" presName="bkgdShape" presStyleLbl="node1" presStyleIdx="1" presStyleCnt="5"/>
      <dgm:spPr/>
    </dgm:pt>
    <dgm:pt modelId="{41C3641A-2682-4211-8ED0-3844DC0E2338}" type="pres">
      <dgm:prSet presAssocID="{EAE0AFF8-2A31-4EB5-8C94-38A27147446D}" presName="nodeTx" presStyleLbl="node1" presStyleIdx="1" presStyleCnt="5">
        <dgm:presLayoutVars>
          <dgm:bulletEnabled val="1"/>
        </dgm:presLayoutVars>
      </dgm:prSet>
      <dgm:spPr/>
    </dgm:pt>
    <dgm:pt modelId="{F072EFA7-8F40-4E92-96A7-3754FB282178}" type="pres">
      <dgm:prSet presAssocID="{EAE0AFF8-2A31-4EB5-8C94-38A27147446D}" presName="invisiNode" presStyleLbl="node1" presStyleIdx="1" presStyleCnt="5"/>
      <dgm:spPr/>
    </dgm:pt>
    <dgm:pt modelId="{FDA424D2-5464-4162-BCF9-1D7B1B46A704}" type="pres">
      <dgm:prSet presAssocID="{EAE0AFF8-2A31-4EB5-8C94-38A27147446D}" presName="imagNode" presStyleLbl="fgImgPlace1" presStyleIdx="1" presStyleCnt="5"/>
      <dgm:spPr>
        <a:blipFill rotWithShape="1">
          <a:blip xmlns:r="http://schemas.openxmlformats.org/officeDocument/2006/relationships" r:embed="rId2"/>
          <a:srcRect/>
          <a:stretch>
            <a:fillRect l="-25000" r="-25000"/>
          </a:stretch>
        </a:blipFill>
      </dgm:spPr>
    </dgm:pt>
    <dgm:pt modelId="{1792D5D7-4D6D-4804-9863-C883AD3CA4AA}" type="pres">
      <dgm:prSet presAssocID="{D6EE7FFD-D1D3-449E-9CB2-A40D6198CEE5}" presName="sibTrans" presStyleLbl="sibTrans2D1" presStyleIdx="0" presStyleCnt="0"/>
      <dgm:spPr/>
    </dgm:pt>
    <dgm:pt modelId="{2950733A-204B-4444-8E93-5F6053CB8780}" type="pres">
      <dgm:prSet presAssocID="{E48B257E-FE93-4115-BF23-3C6E17AB951E}" presName="compNode" presStyleCnt="0"/>
      <dgm:spPr/>
    </dgm:pt>
    <dgm:pt modelId="{8A430BCE-37BA-4A82-86A2-94B79B372D8D}" type="pres">
      <dgm:prSet presAssocID="{E48B257E-FE93-4115-BF23-3C6E17AB951E}" presName="bkgdShape" presStyleLbl="node1" presStyleIdx="2" presStyleCnt="5"/>
      <dgm:spPr/>
    </dgm:pt>
    <dgm:pt modelId="{659FDF9F-F03F-4E77-A380-69856966896D}" type="pres">
      <dgm:prSet presAssocID="{E48B257E-FE93-4115-BF23-3C6E17AB951E}" presName="nodeTx" presStyleLbl="node1" presStyleIdx="2" presStyleCnt="5">
        <dgm:presLayoutVars>
          <dgm:bulletEnabled val="1"/>
        </dgm:presLayoutVars>
      </dgm:prSet>
      <dgm:spPr/>
    </dgm:pt>
    <dgm:pt modelId="{2D3BAB45-D397-4BE8-8112-4F6E66F5CA38}" type="pres">
      <dgm:prSet presAssocID="{E48B257E-FE93-4115-BF23-3C6E17AB951E}" presName="invisiNode" presStyleLbl="node1" presStyleIdx="2" presStyleCnt="5"/>
      <dgm:spPr/>
    </dgm:pt>
    <dgm:pt modelId="{01B5A732-1CB5-4905-9CE2-3B2465552BA4}" type="pres">
      <dgm:prSet presAssocID="{E48B257E-FE93-4115-BF23-3C6E17AB951E}" presName="imagNode" presStyleLbl="fgImgPlace1" presStyleIdx="2" presStyleCnt="5"/>
      <dgm:spPr>
        <a:blipFill rotWithShape="1">
          <a:blip xmlns:r="http://schemas.openxmlformats.org/officeDocument/2006/relationships" r:embed="rId3"/>
          <a:srcRect/>
          <a:stretch>
            <a:fillRect l="-41000" r="-41000"/>
          </a:stretch>
        </a:blipFill>
      </dgm:spPr>
    </dgm:pt>
    <dgm:pt modelId="{5306F1F8-9DA3-4114-BCC3-066FCE77D30E}" type="pres">
      <dgm:prSet presAssocID="{847608B0-60B0-4DC9-8180-CE3DBFD682B6}" presName="sibTrans" presStyleLbl="sibTrans2D1" presStyleIdx="0" presStyleCnt="0"/>
      <dgm:spPr/>
    </dgm:pt>
    <dgm:pt modelId="{6DBC68C1-3F20-4250-BA1E-013031C4441C}" type="pres">
      <dgm:prSet presAssocID="{BA116653-4A3D-4607-8D2D-136AEB5385B7}" presName="compNode" presStyleCnt="0"/>
      <dgm:spPr/>
    </dgm:pt>
    <dgm:pt modelId="{05DAEE18-5E0A-4FCA-A54E-C5D54707D3A9}" type="pres">
      <dgm:prSet presAssocID="{BA116653-4A3D-4607-8D2D-136AEB5385B7}" presName="bkgdShape" presStyleLbl="node1" presStyleIdx="3" presStyleCnt="5"/>
      <dgm:spPr/>
    </dgm:pt>
    <dgm:pt modelId="{D8DF6761-2CA4-4B3C-97B9-61EA2029D71B}" type="pres">
      <dgm:prSet presAssocID="{BA116653-4A3D-4607-8D2D-136AEB5385B7}" presName="nodeTx" presStyleLbl="node1" presStyleIdx="3" presStyleCnt="5">
        <dgm:presLayoutVars>
          <dgm:bulletEnabled val="1"/>
        </dgm:presLayoutVars>
      </dgm:prSet>
      <dgm:spPr/>
    </dgm:pt>
    <dgm:pt modelId="{462E14C2-5A04-4054-94D1-D7D82675C646}" type="pres">
      <dgm:prSet presAssocID="{BA116653-4A3D-4607-8D2D-136AEB5385B7}" presName="invisiNode" presStyleLbl="node1" presStyleIdx="3" presStyleCnt="5"/>
      <dgm:spPr/>
    </dgm:pt>
    <dgm:pt modelId="{73EC22E5-2CC7-40F7-A096-B14D93726AE3}" type="pres">
      <dgm:prSet presAssocID="{BA116653-4A3D-4607-8D2D-136AEB5385B7}" presName="imagNode" presStyleLbl="fgImgPlace1" presStyleIdx="3" presStyleCnt="5" custScaleX="118052"/>
      <dgm:spPr>
        <a:blipFill rotWithShape="1">
          <a:blip xmlns:r="http://schemas.openxmlformats.org/officeDocument/2006/relationships" r:embed="rId4"/>
          <a:srcRect/>
          <a:stretch>
            <a:fillRect l="-68000" r="-68000"/>
          </a:stretch>
        </a:blipFill>
      </dgm:spPr>
    </dgm:pt>
    <dgm:pt modelId="{DCCA9506-D244-4995-881C-97DAABE20A23}" type="pres">
      <dgm:prSet presAssocID="{E7FC930A-20BA-43C3-9D45-43C8BCA539D3}" presName="sibTrans" presStyleLbl="sibTrans2D1" presStyleIdx="0" presStyleCnt="0"/>
      <dgm:spPr/>
    </dgm:pt>
    <dgm:pt modelId="{2D7A5879-B761-447C-982B-B452E02AB3D7}" type="pres">
      <dgm:prSet presAssocID="{BEDAE5F2-D1C1-40EE-98E6-FA5A1C42C40D}" presName="compNode" presStyleCnt="0"/>
      <dgm:spPr/>
    </dgm:pt>
    <dgm:pt modelId="{B1314ED5-D0E9-40CB-A51E-A10BF4C5137F}" type="pres">
      <dgm:prSet presAssocID="{BEDAE5F2-D1C1-40EE-98E6-FA5A1C42C40D}" presName="bkgdShape" presStyleLbl="node1" presStyleIdx="4" presStyleCnt="5"/>
      <dgm:spPr/>
    </dgm:pt>
    <dgm:pt modelId="{98D8512D-F66A-41EE-A604-A4712CD047BA}" type="pres">
      <dgm:prSet presAssocID="{BEDAE5F2-D1C1-40EE-98E6-FA5A1C42C40D}" presName="nodeTx" presStyleLbl="node1" presStyleIdx="4" presStyleCnt="5">
        <dgm:presLayoutVars>
          <dgm:bulletEnabled val="1"/>
        </dgm:presLayoutVars>
      </dgm:prSet>
      <dgm:spPr/>
    </dgm:pt>
    <dgm:pt modelId="{3D5BEF76-9E99-4F1F-A68F-293E3A2A3900}" type="pres">
      <dgm:prSet presAssocID="{BEDAE5F2-D1C1-40EE-98E6-FA5A1C42C40D}" presName="invisiNode" presStyleLbl="node1" presStyleIdx="4" presStyleCnt="5"/>
      <dgm:spPr/>
    </dgm:pt>
    <dgm:pt modelId="{78EE86BB-0605-4DE0-B766-8769D25A872E}" type="pres">
      <dgm:prSet presAssocID="{BEDAE5F2-D1C1-40EE-98E6-FA5A1C42C40D}" presName="imagNode" presStyleLbl="fgImgPlace1" presStyleIdx="4" presStyleCnt="5"/>
      <dgm:spPr>
        <a:blipFill rotWithShape="1">
          <a:blip xmlns:r="http://schemas.openxmlformats.org/officeDocument/2006/relationships" r:embed="rId5"/>
          <a:srcRect/>
          <a:stretch>
            <a:fillRect l="-15000" r="-15000"/>
          </a:stretch>
        </a:blipFill>
      </dgm:spPr>
    </dgm:pt>
  </dgm:ptLst>
  <dgm:cxnLst>
    <dgm:cxn modelId="{5BBB400A-0F0A-49E3-9423-E92A6F146197}" type="presOf" srcId="{22736171-4F71-4F28-900E-C896DB6B10B4}" destId="{5D8F8FCB-21A4-4D1D-B670-E8672495804E}" srcOrd="0" destOrd="0" presId="urn:microsoft.com/office/officeart/2005/8/layout/hList7"/>
    <dgm:cxn modelId="{E6E92419-262C-43B9-8C04-A32B0553AEF6}" type="presOf" srcId="{502FD2B1-A37E-48EA-85A9-A180F26CD17B}" destId="{D30B28CA-D3EB-44B9-9915-AACD38E0CA7C}" srcOrd="0" destOrd="0" presId="urn:microsoft.com/office/officeart/2005/8/layout/hList7"/>
    <dgm:cxn modelId="{CFB1F91E-B879-4CA0-98A9-8150BDF0D996}" type="presOf" srcId="{847608B0-60B0-4DC9-8180-CE3DBFD682B6}" destId="{5306F1F8-9DA3-4114-BCC3-066FCE77D30E}" srcOrd="0" destOrd="0" presId="urn:microsoft.com/office/officeart/2005/8/layout/hList7"/>
    <dgm:cxn modelId="{F244A822-2C81-463B-9C9C-BA3520725EC9}" type="presOf" srcId="{EAE0AFF8-2A31-4EB5-8C94-38A27147446D}" destId="{5C154392-8F06-4364-89F8-622690B6CAD1}" srcOrd="0" destOrd="0" presId="urn:microsoft.com/office/officeart/2005/8/layout/hList7"/>
    <dgm:cxn modelId="{3FD7435D-BB59-4B8E-81BD-D7C80034B0C5}" type="presOf" srcId="{BEDAE5F2-D1C1-40EE-98E6-FA5A1C42C40D}" destId="{B1314ED5-D0E9-40CB-A51E-A10BF4C5137F}" srcOrd="0" destOrd="0" presId="urn:microsoft.com/office/officeart/2005/8/layout/hList7"/>
    <dgm:cxn modelId="{CCBA2A63-D8B9-4932-BBF8-5F0A5C0F2428}" srcId="{22736171-4F71-4F28-900E-C896DB6B10B4}" destId="{BA116653-4A3D-4607-8D2D-136AEB5385B7}" srcOrd="3" destOrd="0" parTransId="{54C579AE-2222-46FB-9B37-098F758904B8}" sibTransId="{E7FC930A-20BA-43C3-9D45-43C8BCA539D3}"/>
    <dgm:cxn modelId="{A95AE566-C9B1-47D2-B476-6ABB0F5C4E28}" type="presOf" srcId="{BA116653-4A3D-4607-8D2D-136AEB5385B7}" destId="{05DAEE18-5E0A-4FCA-A54E-C5D54707D3A9}" srcOrd="0" destOrd="0" presId="urn:microsoft.com/office/officeart/2005/8/layout/hList7"/>
    <dgm:cxn modelId="{FBADD048-E700-4EFB-9330-B86503A6D079}" srcId="{22736171-4F71-4F28-900E-C896DB6B10B4}" destId="{EAE0AFF8-2A31-4EB5-8C94-38A27147446D}" srcOrd="1" destOrd="0" parTransId="{24FB0F30-DA6E-4B48-91F7-AE75112E7316}" sibTransId="{D6EE7FFD-D1D3-449E-9CB2-A40D6198CEE5}"/>
    <dgm:cxn modelId="{8B18FD4B-612E-4446-B93E-3330D71EC806}" type="presOf" srcId="{BEDAE5F2-D1C1-40EE-98E6-FA5A1C42C40D}" destId="{98D8512D-F66A-41EE-A604-A4712CD047BA}" srcOrd="1" destOrd="0" presId="urn:microsoft.com/office/officeart/2005/8/layout/hList7"/>
    <dgm:cxn modelId="{0AE8226F-9B84-497F-AEEC-51735310F2AE}" srcId="{22736171-4F71-4F28-900E-C896DB6B10B4}" destId="{E48B257E-FE93-4115-BF23-3C6E17AB951E}" srcOrd="2" destOrd="0" parTransId="{99AD59E0-82FC-4C82-BA9D-F54B76BBA3DD}" sibTransId="{847608B0-60B0-4DC9-8180-CE3DBFD682B6}"/>
    <dgm:cxn modelId="{C814EA73-2F3B-4BCB-A344-BD05A3519B83}" type="presOf" srcId="{502FD2B1-A37E-48EA-85A9-A180F26CD17B}" destId="{F31D75BF-8BB1-43B8-A7C6-DE71A08E8584}" srcOrd="1" destOrd="0" presId="urn:microsoft.com/office/officeart/2005/8/layout/hList7"/>
    <dgm:cxn modelId="{7EF2125A-953D-45DA-A9D4-7BD90A904C93}" type="presOf" srcId="{E48B257E-FE93-4115-BF23-3C6E17AB951E}" destId="{8A430BCE-37BA-4A82-86A2-94B79B372D8D}" srcOrd="0" destOrd="0" presId="urn:microsoft.com/office/officeart/2005/8/layout/hList7"/>
    <dgm:cxn modelId="{4911138E-53B5-44E9-9C0A-323AAD723D0C}" type="presOf" srcId="{86A80465-5FD9-44F1-9329-BC984972CFC1}" destId="{ED84603D-8A9C-4140-A073-F0EBD8E94067}" srcOrd="0" destOrd="0" presId="urn:microsoft.com/office/officeart/2005/8/layout/hList7"/>
    <dgm:cxn modelId="{DA2D0298-588C-4786-9F3E-1098573D6894}" type="presOf" srcId="{D6EE7FFD-D1D3-449E-9CB2-A40D6198CEE5}" destId="{1792D5D7-4D6D-4804-9863-C883AD3CA4AA}" srcOrd="0" destOrd="0" presId="urn:microsoft.com/office/officeart/2005/8/layout/hList7"/>
    <dgm:cxn modelId="{98DCFFB1-E824-42FC-9214-3C90FB94AF0B}" srcId="{22736171-4F71-4F28-900E-C896DB6B10B4}" destId="{BEDAE5F2-D1C1-40EE-98E6-FA5A1C42C40D}" srcOrd="4" destOrd="0" parTransId="{4B462E8B-0AB1-405C-8975-4D3EC661980F}" sibTransId="{29024F18-D981-41F7-A102-BC0D0DC428BF}"/>
    <dgm:cxn modelId="{E1ECC2B5-5DEA-4EC9-9D63-EFCF7858E219}" type="presOf" srcId="{E7FC930A-20BA-43C3-9D45-43C8BCA539D3}" destId="{DCCA9506-D244-4995-881C-97DAABE20A23}" srcOrd="0" destOrd="0" presId="urn:microsoft.com/office/officeart/2005/8/layout/hList7"/>
    <dgm:cxn modelId="{BD6261B9-FE69-4764-AA3B-4DE4C9E660B2}" type="presOf" srcId="{BA116653-4A3D-4607-8D2D-136AEB5385B7}" destId="{D8DF6761-2CA4-4B3C-97B9-61EA2029D71B}" srcOrd="1" destOrd="0" presId="urn:microsoft.com/office/officeart/2005/8/layout/hList7"/>
    <dgm:cxn modelId="{4C62F8D0-C399-410B-A3F2-887A82A8EF90}" type="presOf" srcId="{EAE0AFF8-2A31-4EB5-8C94-38A27147446D}" destId="{41C3641A-2682-4211-8ED0-3844DC0E2338}" srcOrd="1" destOrd="0" presId="urn:microsoft.com/office/officeart/2005/8/layout/hList7"/>
    <dgm:cxn modelId="{F9616EEA-3B18-49D8-BC26-81EAC7A05B0D}" type="presOf" srcId="{E48B257E-FE93-4115-BF23-3C6E17AB951E}" destId="{659FDF9F-F03F-4E77-A380-69856966896D}" srcOrd="1" destOrd="0" presId="urn:microsoft.com/office/officeart/2005/8/layout/hList7"/>
    <dgm:cxn modelId="{A34DA3FD-F7A5-4B2B-8F80-B4618455088F}" srcId="{22736171-4F71-4F28-900E-C896DB6B10B4}" destId="{502FD2B1-A37E-48EA-85A9-A180F26CD17B}" srcOrd="0" destOrd="0" parTransId="{9EE86874-09D5-4F46-AFE2-6186ACE1BA60}" sibTransId="{86A80465-5FD9-44F1-9329-BC984972CFC1}"/>
    <dgm:cxn modelId="{80D4B098-36EB-4C8B-A738-EDAA75871725}" type="presParOf" srcId="{5D8F8FCB-21A4-4D1D-B670-E8672495804E}" destId="{1A8ED3C7-6AF9-450C-8B64-5C6269DDED34}" srcOrd="0" destOrd="0" presId="urn:microsoft.com/office/officeart/2005/8/layout/hList7"/>
    <dgm:cxn modelId="{1CEC5A87-A0AD-42FE-A9C4-4D1B22005302}" type="presParOf" srcId="{5D8F8FCB-21A4-4D1D-B670-E8672495804E}" destId="{3D92501D-59FC-4102-8A8C-207C9F890DD0}" srcOrd="1" destOrd="0" presId="urn:microsoft.com/office/officeart/2005/8/layout/hList7"/>
    <dgm:cxn modelId="{C874CE07-AAE6-490D-8185-5EDD70ADFE27}" type="presParOf" srcId="{3D92501D-59FC-4102-8A8C-207C9F890DD0}" destId="{D5D65DC0-1B7A-4223-9F76-6CB8B1CD448B}" srcOrd="0" destOrd="0" presId="urn:microsoft.com/office/officeart/2005/8/layout/hList7"/>
    <dgm:cxn modelId="{91A91522-AAF7-4D19-8939-3B9AB25304D8}" type="presParOf" srcId="{D5D65DC0-1B7A-4223-9F76-6CB8B1CD448B}" destId="{D30B28CA-D3EB-44B9-9915-AACD38E0CA7C}" srcOrd="0" destOrd="0" presId="urn:microsoft.com/office/officeart/2005/8/layout/hList7"/>
    <dgm:cxn modelId="{41AD71BB-245D-444D-B926-9346A2B6E25E}" type="presParOf" srcId="{D5D65DC0-1B7A-4223-9F76-6CB8B1CD448B}" destId="{F31D75BF-8BB1-43B8-A7C6-DE71A08E8584}" srcOrd="1" destOrd="0" presId="urn:microsoft.com/office/officeart/2005/8/layout/hList7"/>
    <dgm:cxn modelId="{6504B99B-5BA6-479D-8B0E-8A4E3174DB34}" type="presParOf" srcId="{D5D65DC0-1B7A-4223-9F76-6CB8B1CD448B}" destId="{2270AFCA-BB22-404F-9E05-71FCF486D9FF}" srcOrd="2" destOrd="0" presId="urn:microsoft.com/office/officeart/2005/8/layout/hList7"/>
    <dgm:cxn modelId="{294B5B5B-3307-4532-B391-60BD4CB976A2}" type="presParOf" srcId="{D5D65DC0-1B7A-4223-9F76-6CB8B1CD448B}" destId="{3C2A26CF-931F-4851-8CAA-71C2EB21BB1C}" srcOrd="3" destOrd="0" presId="urn:microsoft.com/office/officeart/2005/8/layout/hList7"/>
    <dgm:cxn modelId="{2F0FDCAB-8396-4A73-A322-8D4CFCEB7B17}" type="presParOf" srcId="{3D92501D-59FC-4102-8A8C-207C9F890DD0}" destId="{ED84603D-8A9C-4140-A073-F0EBD8E94067}" srcOrd="1" destOrd="0" presId="urn:microsoft.com/office/officeart/2005/8/layout/hList7"/>
    <dgm:cxn modelId="{7103364C-3DDB-480A-A771-D22C504A2411}" type="presParOf" srcId="{3D92501D-59FC-4102-8A8C-207C9F890DD0}" destId="{C90DE982-81BE-4B3D-BA3A-0962AF21648C}" srcOrd="2" destOrd="0" presId="urn:microsoft.com/office/officeart/2005/8/layout/hList7"/>
    <dgm:cxn modelId="{61612D77-7FFA-4C67-BD39-8CCD5779FF1B}" type="presParOf" srcId="{C90DE982-81BE-4B3D-BA3A-0962AF21648C}" destId="{5C154392-8F06-4364-89F8-622690B6CAD1}" srcOrd="0" destOrd="0" presId="urn:microsoft.com/office/officeart/2005/8/layout/hList7"/>
    <dgm:cxn modelId="{238976DF-844F-410B-8F7F-4B6539D74CC0}" type="presParOf" srcId="{C90DE982-81BE-4B3D-BA3A-0962AF21648C}" destId="{41C3641A-2682-4211-8ED0-3844DC0E2338}" srcOrd="1" destOrd="0" presId="urn:microsoft.com/office/officeart/2005/8/layout/hList7"/>
    <dgm:cxn modelId="{60E4DB00-3491-4B93-9E23-B489EF54E3E0}" type="presParOf" srcId="{C90DE982-81BE-4B3D-BA3A-0962AF21648C}" destId="{F072EFA7-8F40-4E92-96A7-3754FB282178}" srcOrd="2" destOrd="0" presId="urn:microsoft.com/office/officeart/2005/8/layout/hList7"/>
    <dgm:cxn modelId="{76ADDCDA-5981-48FE-944D-4ABBC87E9F54}" type="presParOf" srcId="{C90DE982-81BE-4B3D-BA3A-0962AF21648C}" destId="{FDA424D2-5464-4162-BCF9-1D7B1B46A704}" srcOrd="3" destOrd="0" presId="urn:microsoft.com/office/officeart/2005/8/layout/hList7"/>
    <dgm:cxn modelId="{1D43FEE8-2216-4A55-A933-C268236931D6}" type="presParOf" srcId="{3D92501D-59FC-4102-8A8C-207C9F890DD0}" destId="{1792D5D7-4D6D-4804-9863-C883AD3CA4AA}" srcOrd="3" destOrd="0" presId="urn:microsoft.com/office/officeart/2005/8/layout/hList7"/>
    <dgm:cxn modelId="{13E7D845-AFA5-474C-92AA-59BC8D6A5005}" type="presParOf" srcId="{3D92501D-59FC-4102-8A8C-207C9F890DD0}" destId="{2950733A-204B-4444-8E93-5F6053CB8780}" srcOrd="4" destOrd="0" presId="urn:microsoft.com/office/officeart/2005/8/layout/hList7"/>
    <dgm:cxn modelId="{9822AF89-1C34-4277-BB59-82F228BEC4E7}" type="presParOf" srcId="{2950733A-204B-4444-8E93-5F6053CB8780}" destId="{8A430BCE-37BA-4A82-86A2-94B79B372D8D}" srcOrd="0" destOrd="0" presId="urn:microsoft.com/office/officeart/2005/8/layout/hList7"/>
    <dgm:cxn modelId="{BCBF44B5-0673-47AC-938A-8B0FB090A061}" type="presParOf" srcId="{2950733A-204B-4444-8E93-5F6053CB8780}" destId="{659FDF9F-F03F-4E77-A380-69856966896D}" srcOrd="1" destOrd="0" presId="urn:microsoft.com/office/officeart/2005/8/layout/hList7"/>
    <dgm:cxn modelId="{6B1B123A-0CAD-47A0-816C-4B12677FEB3C}" type="presParOf" srcId="{2950733A-204B-4444-8E93-5F6053CB8780}" destId="{2D3BAB45-D397-4BE8-8112-4F6E66F5CA38}" srcOrd="2" destOrd="0" presId="urn:microsoft.com/office/officeart/2005/8/layout/hList7"/>
    <dgm:cxn modelId="{63A5839C-57A7-45E4-B3DC-EF6F64F90DE5}" type="presParOf" srcId="{2950733A-204B-4444-8E93-5F6053CB8780}" destId="{01B5A732-1CB5-4905-9CE2-3B2465552BA4}" srcOrd="3" destOrd="0" presId="urn:microsoft.com/office/officeart/2005/8/layout/hList7"/>
    <dgm:cxn modelId="{1ABDF024-CC28-4328-8F1A-A1B3F919DC14}" type="presParOf" srcId="{3D92501D-59FC-4102-8A8C-207C9F890DD0}" destId="{5306F1F8-9DA3-4114-BCC3-066FCE77D30E}" srcOrd="5" destOrd="0" presId="urn:microsoft.com/office/officeart/2005/8/layout/hList7"/>
    <dgm:cxn modelId="{4F10E13F-2E35-44ED-BDEB-B880746C43C6}" type="presParOf" srcId="{3D92501D-59FC-4102-8A8C-207C9F890DD0}" destId="{6DBC68C1-3F20-4250-BA1E-013031C4441C}" srcOrd="6" destOrd="0" presId="urn:microsoft.com/office/officeart/2005/8/layout/hList7"/>
    <dgm:cxn modelId="{59BF1823-AF4D-4C0C-9004-CB89C86C1896}" type="presParOf" srcId="{6DBC68C1-3F20-4250-BA1E-013031C4441C}" destId="{05DAEE18-5E0A-4FCA-A54E-C5D54707D3A9}" srcOrd="0" destOrd="0" presId="urn:microsoft.com/office/officeart/2005/8/layout/hList7"/>
    <dgm:cxn modelId="{49D3E9A6-AACA-45E5-AE70-6BE4EBE3E862}" type="presParOf" srcId="{6DBC68C1-3F20-4250-BA1E-013031C4441C}" destId="{D8DF6761-2CA4-4B3C-97B9-61EA2029D71B}" srcOrd="1" destOrd="0" presId="urn:microsoft.com/office/officeart/2005/8/layout/hList7"/>
    <dgm:cxn modelId="{9CB5685B-FCE8-4800-993D-7964D0B25F9A}" type="presParOf" srcId="{6DBC68C1-3F20-4250-BA1E-013031C4441C}" destId="{462E14C2-5A04-4054-94D1-D7D82675C646}" srcOrd="2" destOrd="0" presId="urn:microsoft.com/office/officeart/2005/8/layout/hList7"/>
    <dgm:cxn modelId="{C45B305C-9046-4970-8E65-F2502613059D}" type="presParOf" srcId="{6DBC68C1-3F20-4250-BA1E-013031C4441C}" destId="{73EC22E5-2CC7-40F7-A096-B14D93726AE3}" srcOrd="3" destOrd="0" presId="urn:microsoft.com/office/officeart/2005/8/layout/hList7"/>
    <dgm:cxn modelId="{E5AEF21E-19CA-404B-8BD4-7EF47A1283BB}" type="presParOf" srcId="{3D92501D-59FC-4102-8A8C-207C9F890DD0}" destId="{DCCA9506-D244-4995-881C-97DAABE20A23}" srcOrd="7" destOrd="0" presId="urn:microsoft.com/office/officeart/2005/8/layout/hList7"/>
    <dgm:cxn modelId="{22858B0F-B48C-4678-B960-78708A35CD0E}" type="presParOf" srcId="{3D92501D-59FC-4102-8A8C-207C9F890DD0}" destId="{2D7A5879-B761-447C-982B-B452E02AB3D7}" srcOrd="8" destOrd="0" presId="urn:microsoft.com/office/officeart/2005/8/layout/hList7"/>
    <dgm:cxn modelId="{5EAFE47D-79CE-4D50-A9F0-68F9EB240631}" type="presParOf" srcId="{2D7A5879-B761-447C-982B-B452E02AB3D7}" destId="{B1314ED5-D0E9-40CB-A51E-A10BF4C5137F}" srcOrd="0" destOrd="0" presId="urn:microsoft.com/office/officeart/2005/8/layout/hList7"/>
    <dgm:cxn modelId="{96669CC2-C1AB-4BC9-832F-32F40AC81076}" type="presParOf" srcId="{2D7A5879-B761-447C-982B-B452E02AB3D7}" destId="{98D8512D-F66A-41EE-A604-A4712CD047BA}" srcOrd="1" destOrd="0" presId="urn:microsoft.com/office/officeart/2005/8/layout/hList7"/>
    <dgm:cxn modelId="{1875F6DD-2BBA-4BD5-B29C-174E50B6B3AA}" type="presParOf" srcId="{2D7A5879-B761-447C-982B-B452E02AB3D7}" destId="{3D5BEF76-9E99-4F1F-A68F-293E3A2A3900}" srcOrd="2" destOrd="0" presId="urn:microsoft.com/office/officeart/2005/8/layout/hList7"/>
    <dgm:cxn modelId="{B807B621-8F9D-426F-9F83-A0CC45437C04}" type="presParOf" srcId="{2D7A5879-B761-447C-982B-B452E02AB3D7}" destId="{78EE86BB-0605-4DE0-B766-8769D25A872E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C62107-E948-41C7-8D46-4DC1B7B1286E}" type="doc">
      <dgm:prSet loTypeId="urn:microsoft.com/office/officeart/2005/8/layout/radial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C7695D2-1297-4CD9-B716-A9BB6984E9CB}">
      <dgm:prSet phldrT="[Text]" phldr="0"/>
      <dgm:spPr/>
      <dgm:t>
        <a:bodyPr/>
        <a:lstStyle/>
        <a:p>
          <a:r>
            <a:rPr lang="en-IN" dirty="0"/>
            <a:t>Applications of Computers</a:t>
          </a:r>
        </a:p>
      </dgm:t>
    </dgm:pt>
    <dgm:pt modelId="{DE04AD0A-F05C-44ED-B52E-206432CF52A6}" type="parTrans" cxnId="{D98AA426-8CDA-480A-9EC7-AAEF359FCEF4}">
      <dgm:prSet/>
      <dgm:spPr/>
      <dgm:t>
        <a:bodyPr/>
        <a:lstStyle/>
        <a:p>
          <a:endParaRPr lang="en-IN"/>
        </a:p>
      </dgm:t>
    </dgm:pt>
    <dgm:pt modelId="{0CDB484B-B84A-4385-BD39-66B0392CEE91}" type="sibTrans" cxnId="{D98AA426-8CDA-480A-9EC7-AAEF359FCEF4}">
      <dgm:prSet/>
      <dgm:spPr/>
      <dgm:t>
        <a:bodyPr/>
        <a:lstStyle/>
        <a:p>
          <a:endParaRPr lang="en-IN"/>
        </a:p>
      </dgm:t>
    </dgm:pt>
    <dgm:pt modelId="{BD472FA2-6350-4067-A541-9E80AF9732C0}">
      <dgm:prSet phldrT="[Text]" phldr="0"/>
      <dgm:spPr/>
      <dgm:t>
        <a:bodyPr/>
        <a:lstStyle/>
        <a:p>
          <a:r>
            <a:rPr lang="en-IN" dirty="0"/>
            <a:t>Education</a:t>
          </a:r>
        </a:p>
      </dgm:t>
    </dgm:pt>
    <dgm:pt modelId="{B8A0D990-0FEA-4F4C-B9F6-87A30123C696}" type="parTrans" cxnId="{A913E767-FAA1-4879-946A-C88DC99B1C5A}">
      <dgm:prSet/>
      <dgm:spPr/>
      <dgm:t>
        <a:bodyPr/>
        <a:lstStyle/>
        <a:p>
          <a:endParaRPr lang="en-IN"/>
        </a:p>
      </dgm:t>
    </dgm:pt>
    <dgm:pt modelId="{DEE5A9F1-9AB1-4098-8DB9-2F60A0752063}" type="sibTrans" cxnId="{A913E767-FAA1-4879-946A-C88DC99B1C5A}">
      <dgm:prSet/>
      <dgm:spPr/>
      <dgm:t>
        <a:bodyPr/>
        <a:lstStyle/>
        <a:p>
          <a:endParaRPr lang="en-IN"/>
        </a:p>
      </dgm:t>
    </dgm:pt>
    <dgm:pt modelId="{88B62CE1-2DFA-493C-8A09-A0A1FDBD7E8B}">
      <dgm:prSet phldrT="[Text]" phldr="0"/>
      <dgm:spPr/>
      <dgm:t>
        <a:bodyPr/>
        <a:lstStyle/>
        <a:p>
          <a:r>
            <a:rPr lang="en-IN" dirty="0"/>
            <a:t>Banking</a:t>
          </a:r>
        </a:p>
      </dgm:t>
    </dgm:pt>
    <dgm:pt modelId="{BF39219D-EDCF-4994-B55C-908E6C692F58}" type="parTrans" cxnId="{44696FF7-AB77-49E2-8B23-98FC7FF85E4E}">
      <dgm:prSet/>
      <dgm:spPr/>
      <dgm:t>
        <a:bodyPr/>
        <a:lstStyle/>
        <a:p>
          <a:endParaRPr lang="en-IN"/>
        </a:p>
      </dgm:t>
    </dgm:pt>
    <dgm:pt modelId="{C2FD3FD4-1C1A-48F5-B90F-299D31F56B16}" type="sibTrans" cxnId="{44696FF7-AB77-49E2-8B23-98FC7FF85E4E}">
      <dgm:prSet/>
      <dgm:spPr/>
      <dgm:t>
        <a:bodyPr/>
        <a:lstStyle/>
        <a:p>
          <a:endParaRPr lang="en-IN"/>
        </a:p>
      </dgm:t>
    </dgm:pt>
    <dgm:pt modelId="{C6369FF6-DF39-4CBD-AAF9-1C4ECF962417}">
      <dgm:prSet phldrT="[Text]" phldr="0"/>
      <dgm:spPr/>
      <dgm:t>
        <a:bodyPr/>
        <a:lstStyle/>
        <a:p>
          <a:r>
            <a:rPr lang="en-IN" dirty="0"/>
            <a:t>Business</a:t>
          </a:r>
        </a:p>
      </dgm:t>
    </dgm:pt>
    <dgm:pt modelId="{942EE059-8A04-41E8-99D2-FCDBE1A73EC3}" type="parTrans" cxnId="{EF743FBC-15BF-4796-8ED9-4746C8A03969}">
      <dgm:prSet/>
      <dgm:spPr/>
      <dgm:t>
        <a:bodyPr/>
        <a:lstStyle/>
        <a:p>
          <a:endParaRPr lang="en-IN"/>
        </a:p>
      </dgm:t>
    </dgm:pt>
    <dgm:pt modelId="{872D002B-ECFC-4C72-8E3F-31B67E33B013}" type="sibTrans" cxnId="{EF743FBC-15BF-4796-8ED9-4746C8A03969}">
      <dgm:prSet/>
      <dgm:spPr/>
      <dgm:t>
        <a:bodyPr/>
        <a:lstStyle/>
        <a:p>
          <a:endParaRPr lang="en-IN"/>
        </a:p>
      </dgm:t>
    </dgm:pt>
    <dgm:pt modelId="{BE72CFB2-DADF-41A2-834D-3DDF2641CB9D}">
      <dgm:prSet phldrT="[Text]" phldr="0"/>
      <dgm:spPr/>
      <dgm:t>
        <a:bodyPr/>
        <a:lstStyle/>
        <a:p>
          <a:r>
            <a:rPr lang="en-IN" dirty="0"/>
            <a:t>Entertainment</a:t>
          </a:r>
        </a:p>
      </dgm:t>
    </dgm:pt>
    <dgm:pt modelId="{7137D221-CF9A-4349-8DB3-E6D62C207784}" type="parTrans" cxnId="{CC651C39-D9B2-4762-877D-A10E850887B7}">
      <dgm:prSet/>
      <dgm:spPr/>
      <dgm:t>
        <a:bodyPr/>
        <a:lstStyle/>
        <a:p>
          <a:endParaRPr lang="en-IN"/>
        </a:p>
      </dgm:t>
    </dgm:pt>
    <dgm:pt modelId="{2678430C-5F60-46F3-9123-11C846001EF7}" type="sibTrans" cxnId="{CC651C39-D9B2-4762-877D-A10E850887B7}">
      <dgm:prSet/>
      <dgm:spPr/>
      <dgm:t>
        <a:bodyPr/>
        <a:lstStyle/>
        <a:p>
          <a:endParaRPr lang="en-IN"/>
        </a:p>
      </dgm:t>
    </dgm:pt>
    <dgm:pt modelId="{DAB7A759-AA19-4956-B7DD-293225C58813}">
      <dgm:prSet phldrT="[Text]" phldr="1"/>
      <dgm:spPr/>
      <dgm:t>
        <a:bodyPr/>
        <a:lstStyle/>
        <a:p>
          <a:endParaRPr lang="en-IN" dirty="0"/>
        </a:p>
      </dgm:t>
    </dgm:pt>
    <dgm:pt modelId="{8D3EFB66-D1AC-4944-86A9-D6904890067D}" type="parTrans" cxnId="{59B85237-554D-4B95-AAEB-C0803E62A298}">
      <dgm:prSet/>
      <dgm:spPr/>
      <dgm:t>
        <a:bodyPr/>
        <a:lstStyle/>
        <a:p>
          <a:endParaRPr lang="en-IN"/>
        </a:p>
      </dgm:t>
    </dgm:pt>
    <dgm:pt modelId="{0787086A-A8CD-4804-98C3-C2FFF61D0F9F}" type="sibTrans" cxnId="{59B85237-554D-4B95-AAEB-C0803E62A298}">
      <dgm:prSet/>
      <dgm:spPr/>
      <dgm:t>
        <a:bodyPr/>
        <a:lstStyle/>
        <a:p>
          <a:endParaRPr lang="en-IN"/>
        </a:p>
      </dgm:t>
    </dgm:pt>
    <dgm:pt modelId="{6DB07E48-B3C7-4F84-8508-E3123D32E705}">
      <dgm:prSet phldrT="[Text]" phldr="1"/>
      <dgm:spPr/>
      <dgm:t>
        <a:bodyPr/>
        <a:lstStyle/>
        <a:p>
          <a:endParaRPr lang="en-IN" dirty="0"/>
        </a:p>
      </dgm:t>
    </dgm:pt>
    <dgm:pt modelId="{DCB59F18-0E52-464A-BD72-397CC137FB1C}" type="parTrans" cxnId="{C078EF21-1F6B-4946-B5CA-BBCD962E1B0D}">
      <dgm:prSet/>
      <dgm:spPr/>
      <dgm:t>
        <a:bodyPr/>
        <a:lstStyle/>
        <a:p>
          <a:endParaRPr lang="en-IN"/>
        </a:p>
      </dgm:t>
    </dgm:pt>
    <dgm:pt modelId="{24B1A044-F895-483F-B87D-4E38A6875A23}" type="sibTrans" cxnId="{C078EF21-1F6B-4946-B5CA-BBCD962E1B0D}">
      <dgm:prSet/>
      <dgm:spPr/>
      <dgm:t>
        <a:bodyPr/>
        <a:lstStyle/>
        <a:p>
          <a:endParaRPr lang="en-IN"/>
        </a:p>
      </dgm:t>
    </dgm:pt>
    <dgm:pt modelId="{B0C48EFD-E639-428E-8D8E-8AD58399DCFA}">
      <dgm:prSet phldrT="[Text]" phldr="1"/>
      <dgm:spPr/>
      <dgm:t>
        <a:bodyPr/>
        <a:lstStyle/>
        <a:p>
          <a:endParaRPr lang="en-IN" dirty="0"/>
        </a:p>
      </dgm:t>
    </dgm:pt>
    <dgm:pt modelId="{D5AC4710-A7D7-4ED1-A0CD-1F06253B6B33}" type="parTrans" cxnId="{1FF4DE35-3264-4052-BE9C-BEC9DF3433CF}">
      <dgm:prSet/>
      <dgm:spPr/>
      <dgm:t>
        <a:bodyPr/>
        <a:lstStyle/>
        <a:p>
          <a:endParaRPr lang="en-IN"/>
        </a:p>
      </dgm:t>
    </dgm:pt>
    <dgm:pt modelId="{48DC1E75-8FDB-4FAF-A6DF-8E725F80ED0E}" type="sibTrans" cxnId="{1FF4DE35-3264-4052-BE9C-BEC9DF3433CF}">
      <dgm:prSet/>
      <dgm:spPr/>
      <dgm:t>
        <a:bodyPr/>
        <a:lstStyle/>
        <a:p>
          <a:endParaRPr lang="en-IN"/>
        </a:p>
      </dgm:t>
    </dgm:pt>
    <dgm:pt modelId="{4C75ACA3-21C2-41B9-84A2-3203AA32E606}">
      <dgm:prSet phldrT="[Text]" phldr="1" custRadScaleRad="103368" custRadScaleInc="-40618"/>
      <dgm:spPr/>
      <dgm:t>
        <a:bodyPr/>
        <a:lstStyle/>
        <a:p>
          <a:endParaRPr lang="en-IN"/>
        </a:p>
      </dgm:t>
    </dgm:pt>
    <dgm:pt modelId="{8CA69DBC-6AAC-44B5-A57B-AD54F2627F9F}" type="parTrans" cxnId="{93F0F50A-3373-451D-93CC-2A97D1E0E944}">
      <dgm:prSet/>
      <dgm:spPr/>
      <dgm:t>
        <a:bodyPr/>
        <a:lstStyle/>
        <a:p>
          <a:endParaRPr lang="en-IN"/>
        </a:p>
      </dgm:t>
    </dgm:pt>
    <dgm:pt modelId="{A05CDB1A-E6AB-4301-A5F9-A297EBC32CC0}" type="sibTrans" cxnId="{93F0F50A-3373-451D-93CC-2A97D1E0E944}">
      <dgm:prSet/>
      <dgm:spPr/>
      <dgm:t>
        <a:bodyPr/>
        <a:lstStyle/>
        <a:p>
          <a:endParaRPr lang="en-IN"/>
        </a:p>
      </dgm:t>
    </dgm:pt>
    <dgm:pt modelId="{99C7A6DA-F28D-4C49-AE23-9318F210D9A5}">
      <dgm:prSet phldrT="[Text]" phldr="0"/>
      <dgm:spPr/>
      <dgm:t>
        <a:bodyPr/>
        <a:lstStyle/>
        <a:p>
          <a:endParaRPr lang="en-IN"/>
        </a:p>
      </dgm:t>
    </dgm:pt>
    <dgm:pt modelId="{68041428-889C-47A7-BC56-56F5719D4C6A}" type="parTrans" cxnId="{27298269-02AB-49CD-9A9C-A8CB512D1560}">
      <dgm:prSet/>
      <dgm:spPr/>
      <dgm:t>
        <a:bodyPr/>
        <a:lstStyle/>
        <a:p>
          <a:endParaRPr lang="en-IN"/>
        </a:p>
      </dgm:t>
    </dgm:pt>
    <dgm:pt modelId="{0B36C6D0-D8DD-478A-893F-BBE060B2BED3}" type="sibTrans" cxnId="{27298269-02AB-49CD-9A9C-A8CB512D1560}">
      <dgm:prSet/>
      <dgm:spPr/>
      <dgm:t>
        <a:bodyPr/>
        <a:lstStyle/>
        <a:p>
          <a:endParaRPr lang="en-IN"/>
        </a:p>
      </dgm:t>
    </dgm:pt>
    <dgm:pt modelId="{BA2B99CD-CBD7-4AB5-8864-BA65C478C368}">
      <dgm:prSet phldrT="[Text]" phldr="0"/>
      <dgm:spPr/>
      <dgm:t>
        <a:bodyPr/>
        <a:lstStyle/>
        <a:p>
          <a:endParaRPr lang="en-IN"/>
        </a:p>
      </dgm:t>
    </dgm:pt>
    <dgm:pt modelId="{BDFA250C-36C4-4427-AC3C-1D1C4E78E246}" type="parTrans" cxnId="{70D58A4F-2DC1-4D17-94FB-379C8BB51979}">
      <dgm:prSet/>
      <dgm:spPr/>
      <dgm:t>
        <a:bodyPr/>
        <a:lstStyle/>
        <a:p>
          <a:endParaRPr lang="en-IN"/>
        </a:p>
      </dgm:t>
    </dgm:pt>
    <dgm:pt modelId="{482BB9B7-EE9E-4BEA-81AE-5A5AFC1239F4}" type="sibTrans" cxnId="{70D58A4F-2DC1-4D17-94FB-379C8BB51979}">
      <dgm:prSet/>
      <dgm:spPr/>
      <dgm:t>
        <a:bodyPr/>
        <a:lstStyle/>
        <a:p>
          <a:endParaRPr lang="en-IN"/>
        </a:p>
      </dgm:t>
    </dgm:pt>
    <dgm:pt modelId="{E12DAB59-EA6E-46AC-8863-DB9C6469516C}">
      <dgm:prSet phldrT="[Text]" phldr="0"/>
      <dgm:spPr/>
      <dgm:t>
        <a:bodyPr/>
        <a:lstStyle/>
        <a:p>
          <a:endParaRPr lang="en-IN"/>
        </a:p>
      </dgm:t>
    </dgm:pt>
    <dgm:pt modelId="{0A77D151-FFCD-489B-8351-3AE19E3535BF}" type="parTrans" cxnId="{8D63E903-1677-4960-84C9-F84CD424543B}">
      <dgm:prSet/>
      <dgm:spPr/>
      <dgm:t>
        <a:bodyPr/>
        <a:lstStyle/>
        <a:p>
          <a:endParaRPr lang="en-IN"/>
        </a:p>
      </dgm:t>
    </dgm:pt>
    <dgm:pt modelId="{FD2ABBCE-CB4F-4E0D-82B6-3CC60DF885B1}" type="sibTrans" cxnId="{8D63E903-1677-4960-84C9-F84CD424543B}">
      <dgm:prSet/>
      <dgm:spPr/>
      <dgm:t>
        <a:bodyPr/>
        <a:lstStyle/>
        <a:p>
          <a:endParaRPr lang="en-IN"/>
        </a:p>
      </dgm:t>
    </dgm:pt>
    <dgm:pt modelId="{8BA1346D-E999-481F-9940-A3B4505C5803}">
      <dgm:prSet phldrT="[Text]" phldr="0"/>
      <dgm:spPr/>
      <dgm:t>
        <a:bodyPr/>
        <a:lstStyle/>
        <a:p>
          <a:endParaRPr lang="en-IN"/>
        </a:p>
      </dgm:t>
    </dgm:pt>
    <dgm:pt modelId="{E22EDE90-B5E9-4A61-85CB-5586138C8EA7}" type="parTrans" cxnId="{D41D44AA-1CD0-42FC-A7C1-66EFFAC9A477}">
      <dgm:prSet/>
      <dgm:spPr/>
      <dgm:t>
        <a:bodyPr/>
        <a:lstStyle/>
        <a:p>
          <a:endParaRPr lang="en-IN"/>
        </a:p>
      </dgm:t>
    </dgm:pt>
    <dgm:pt modelId="{44306C51-7180-4770-94AB-699549D1CFAC}" type="sibTrans" cxnId="{D41D44AA-1CD0-42FC-A7C1-66EFFAC9A477}">
      <dgm:prSet/>
      <dgm:spPr/>
      <dgm:t>
        <a:bodyPr/>
        <a:lstStyle/>
        <a:p>
          <a:endParaRPr lang="en-IN"/>
        </a:p>
      </dgm:t>
    </dgm:pt>
    <dgm:pt modelId="{0258CBCD-7061-4408-815D-461D35C830FD}">
      <dgm:prSet phldrT="[Text]" phldr="0"/>
      <dgm:spPr/>
      <dgm:t>
        <a:bodyPr/>
        <a:lstStyle/>
        <a:p>
          <a:endParaRPr lang="en-IN"/>
        </a:p>
      </dgm:t>
    </dgm:pt>
    <dgm:pt modelId="{0CD69752-72D2-4004-9B92-9FAB727E07CF}" type="parTrans" cxnId="{508E4EC7-D4D5-446A-B32B-51076C09FA6C}">
      <dgm:prSet/>
      <dgm:spPr/>
      <dgm:t>
        <a:bodyPr/>
        <a:lstStyle/>
        <a:p>
          <a:endParaRPr lang="en-IN"/>
        </a:p>
      </dgm:t>
    </dgm:pt>
    <dgm:pt modelId="{79DFF102-C497-4A4A-8284-717A6E15E7EC}" type="sibTrans" cxnId="{508E4EC7-D4D5-446A-B32B-51076C09FA6C}">
      <dgm:prSet/>
      <dgm:spPr/>
      <dgm:t>
        <a:bodyPr/>
        <a:lstStyle/>
        <a:p>
          <a:endParaRPr lang="en-IN"/>
        </a:p>
      </dgm:t>
    </dgm:pt>
    <dgm:pt modelId="{AABBEC3C-C62A-4790-9EE5-7F6F0CD790C4}">
      <dgm:prSet phldrT="[Text]" phldr="0"/>
      <dgm:spPr/>
      <dgm:t>
        <a:bodyPr/>
        <a:lstStyle/>
        <a:p>
          <a:r>
            <a:rPr lang="en-IN" dirty="0"/>
            <a:t>Scientific Research</a:t>
          </a:r>
        </a:p>
      </dgm:t>
    </dgm:pt>
    <dgm:pt modelId="{04DC5A21-7BB7-4904-9D9E-C1598C4B06E9}" type="parTrans" cxnId="{4CA9B186-7788-434D-A1B0-A365291CDA37}">
      <dgm:prSet/>
      <dgm:spPr/>
      <dgm:t>
        <a:bodyPr/>
        <a:lstStyle/>
        <a:p>
          <a:endParaRPr lang="en-IN"/>
        </a:p>
      </dgm:t>
    </dgm:pt>
    <dgm:pt modelId="{78892020-3D3F-485B-8BBC-AAB43B2D1017}" type="sibTrans" cxnId="{4CA9B186-7788-434D-A1B0-A365291CDA37}">
      <dgm:prSet/>
      <dgm:spPr/>
      <dgm:t>
        <a:bodyPr/>
        <a:lstStyle/>
        <a:p>
          <a:endParaRPr lang="en-IN"/>
        </a:p>
      </dgm:t>
    </dgm:pt>
    <dgm:pt modelId="{8BE6E230-1AD3-499E-9CA7-767042D01976}">
      <dgm:prSet phldrT="[Text]" phldr="0"/>
      <dgm:spPr/>
      <dgm:t>
        <a:bodyPr/>
        <a:lstStyle/>
        <a:p>
          <a:r>
            <a:rPr lang="en-IN" dirty="0"/>
            <a:t>Communication</a:t>
          </a:r>
        </a:p>
      </dgm:t>
    </dgm:pt>
    <dgm:pt modelId="{6284097D-3397-4C7C-BAAF-4CA4468B6874}" type="parTrans" cxnId="{D43B358F-CC2C-41BD-AAAC-9AE0570F84E6}">
      <dgm:prSet/>
      <dgm:spPr/>
      <dgm:t>
        <a:bodyPr/>
        <a:lstStyle/>
        <a:p>
          <a:endParaRPr lang="en-IN"/>
        </a:p>
      </dgm:t>
    </dgm:pt>
    <dgm:pt modelId="{0F5309CB-99A4-4D14-AD64-15CB338A74AE}" type="sibTrans" cxnId="{D43B358F-CC2C-41BD-AAAC-9AE0570F84E6}">
      <dgm:prSet/>
      <dgm:spPr/>
      <dgm:t>
        <a:bodyPr/>
        <a:lstStyle/>
        <a:p>
          <a:endParaRPr lang="en-IN"/>
        </a:p>
      </dgm:t>
    </dgm:pt>
    <dgm:pt modelId="{F17E5FC1-23E5-4FC3-9810-11788886405A}">
      <dgm:prSet phldrT="[Text]" phldr="0"/>
      <dgm:spPr/>
      <dgm:t>
        <a:bodyPr/>
        <a:lstStyle/>
        <a:p>
          <a:r>
            <a:rPr lang="en-IN" dirty="0"/>
            <a:t>Sales and finance</a:t>
          </a:r>
        </a:p>
      </dgm:t>
    </dgm:pt>
    <dgm:pt modelId="{3DFA5617-4AE3-467D-A37C-DC833A4B9A89}" type="parTrans" cxnId="{34E7A500-017C-4BC8-9907-B379C6AE9C06}">
      <dgm:prSet/>
      <dgm:spPr/>
      <dgm:t>
        <a:bodyPr/>
        <a:lstStyle/>
        <a:p>
          <a:endParaRPr lang="en-IN"/>
        </a:p>
      </dgm:t>
    </dgm:pt>
    <dgm:pt modelId="{392046A1-27BE-4C52-9143-D712F8E922D5}" type="sibTrans" cxnId="{34E7A500-017C-4BC8-9907-B379C6AE9C06}">
      <dgm:prSet/>
      <dgm:spPr/>
      <dgm:t>
        <a:bodyPr/>
        <a:lstStyle/>
        <a:p>
          <a:endParaRPr lang="en-IN"/>
        </a:p>
      </dgm:t>
    </dgm:pt>
    <dgm:pt modelId="{277AA40B-7D52-4F55-8623-D7F391B6CAE3}">
      <dgm:prSet phldrT="[Text]" phldr="0"/>
      <dgm:spPr/>
      <dgm:t>
        <a:bodyPr/>
        <a:lstStyle/>
        <a:p>
          <a:r>
            <a:rPr lang="en-IN" dirty="0"/>
            <a:t>Agriculture</a:t>
          </a:r>
        </a:p>
      </dgm:t>
    </dgm:pt>
    <dgm:pt modelId="{85E0DA16-D98B-41D3-8266-82E148D38A29}" type="parTrans" cxnId="{891B044F-9BE2-4F63-A480-B022FBCF3DCD}">
      <dgm:prSet/>
      <dgm:spPr/>
      <dgm:t>
        <a:bodyPr/>
        <a:lstStyle/>
        <a:p>
          <a:endParaRPr lang="en-IN"/>
        </a:p>
      </dgm:t>
    </dgm:pt>
    <dgm:pt modelId="{6F1011E6-657A-4DB8-967C-8E1B7C8E393A}" type="sibTrans" cxnId="{891B044F-9BE2-4F63-A480-B022FBCF3DCD}">
      <dgm:prSet/>
      <dgm:spPr/>
      <dgm:t>
        <a:bodyPr/>
        <a:lstStyle/>
        <a:p>
          <a:endParaRPr lang="en-IN"/>
        </a:p>
      </dgm:t>
    </dgm:pt>
    <dgm:pt modelId="{A4FFC5EF-3C26-45F3-BF55-96D625F035E7}">
      <dgm:prSet phldrT="[Text]" phldr="0"/>
      <dgm:spPr/>
      <dgm:t>
        <a:bodyPr/>
        <a:lstStyle/>
        <a:p>
          <a:r>
            <a:rPr lang="en-IN" dirty="0"/>
            <a:t>Medical</a:t>
          </a:r>
        </a:p>
      </dgm:t>
    </dgm:pt>
    <dgm:pt modelId="{EEE8C8CC-AA71-4326-B0BC-E0BCD919DF7A}" type="parTrans" cxnId="{3FF1DC7A-9607-4606-BAE1-89803D93FCD5}">
      <dgm:prSet/>
      <dgm:spPr/>
      <dgm:t>
        <a:bodyPr/>
        <a:lstStyle/>
        <a:p>
          <a:endParaRPr lang="en-IN"/>
        </a:p>
      </dgm:t>
    </dgm:pt>
    <dgm:pt modelId="{1872A83B-78B3-4404-8EF7-D5DB7C8C2899}" type="sibTrans" cxnId="{3FF1DC7A-9607-4606-BAE1-89803D93FCD5}">
      <dgm:prSet/>
      <dgm:spPr/>
      <dgm:t>
        <a:bodyPr/>
        <a:lstStyle/>
        <a:p>
          <a:endParaRPr lang="en-IN"/>
        </a:p>
      </dgm:t>
    </dgm:pt>
    <dgm:pt modelId="{37B7BB48-BAF1-4CE6-8E04-B5E225D1B094}" type="pres">
      <dgm:prSet presAssocID="{30C62107-E948-41C7-8D46-4DC1B7B1286E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C612AA7-0C4C-48EB-8B56-C83E21CBFEE8}" type="pres">
      <dgm:prSet presAssocID="{AC7695D2-1297-4CD9-B716-A9BB6984E9CB}" presName="centerShape" presStyleLbl="node0" presStyleIdx="0" presStyleCnt="1"/>
      <dgm:spPr/>
    </dgm:pt>
    <dgm:pt modelId="{8505F7A1-7217-4149-BAFC-D1F5A8F91AF0}" type="pres">
      <dgm:prSet presAssocID="{B8A0D990-0FEA-4F4C-B9F6-87A30123C696}" presName="Name9" presStyleLbl="parChTrans1D2" presStyleIdx="0" presStyleCnt="9"/>
      <dgm:spPr/>
    </dgm:pt>
    <dgm:pt modelId="{E9076704-61C2-464D-900F-4F50623FEAF0}" type="pres">
      <dgm:prSet presAssocID="{B8A0D990-0FEA-4F4C-B9F6-87A30123C696}" presName="connTx" presStyleLbl="parChTrans1D2" presStyleIdx="0" presStyleCnt="9"/>
      <dgm:spPr/>
    </dgm:pt>
    <dgm:pt modelId="{093F1B7C-1D39-4838-8EAF-CFC51A3468A3}" type="pres">
      <dgm:prSet presAssocID="{BD472FA2-6350-4067-A541-9E80AF9732C0}" presName="node" presStyleLbl="node1" presStyleIdx="0" presStyleCnt="9">
        <dgm:presLayoutVars>
          <dgm:bulletEnabled val="1"/>
        </dgm:presLayoutVars>
      </dgm:prSet>
      <dgm:spPr/>
    </dgm:pt>
    <dgm:pt modelId="{311C9070-9EFC-402D-B269-90E7EDC60D6F}" type="pres">
      <dgm:prSet presAssocID="{BF39219D-EDCF-4994-B55C-908E6C692F58}" presName="Name9" presStyleLbl="parChTrans1D2" presStyleIdx="1" presStyleCnt="9"/>
      <dgm:spPr/>
    </dgm:pt>
    <dgm:pt modelId="{610F1A16-6985-474D-A274-E54ECA0EFB06}" type="pres">
      <dgm:prSet presAssocID="{BF39219D-EDCF-4994-B55C-908E6C692F58}" presName="connTx" presStyleLbl="parChTrans1D2" presStyleIdx="1" presStyleCnt="9"/>
      <dgm:spPr/>
    </dgm:pt>
    <dgm:pt modelId="{885B6873-9787-4393-BEC5-69401147908C}" type="pres">
      <dgm:prSet presAssocID="{88B62CE1-2DFA-493C-8A09-A0A1FDBD7E8B}" presName="node" presStyleLbl="node1" presStyleIdx="1" presStyleCnt="9">
        <dgm:presLayoutVars>
          <dgm:bulletEnabled val="1"/>
        </dgm:presLayoutVars>
      </dgm:prSet>
      <dgm:spPr/>
    </dgm:pt>
    <dgm:pt modelId="{C77C27EA-9B5C-4D5E-942C-7347069204BA}" type="pres">
      <dgm:prSet presAssocID="{942EE059-8A04-41E8-99D2-FCDBE1A73EC3}" presName="Name9" presStyleLbl="parChTrans1D2" presStyleIdx="2" presStyleCnt="9"/>
      <dgm:spPr/>
    </dgm:pt>
    <dgm:pt modelId="{E40ABA8F-41E9-4EF9-8AD8-EB45ED09442E}" type="pres">
      <dgm:prSet presAssocID="{942EE059-8A04-41E8-99D2-FCDBE1A73EC3}" presName="connTx" presStyleLbl="parChTrans1D2" presStyleIdx="2" presStyleCnt="9"/>
      <dgm:spPr/>
    </dgm:pt>
    <dgm:pt modelId="{EBD84639-A68F-462E-9645-80A5387595CD}" type="pres">
      <dgm:prSet presAssocID="{C6369FF6-DF39-4CBD-AAF9-1C4ECF962417}" presName="node" presStyleLbl="node1" presStyleIdx="2" presStyleCnt="9">
        <dgm:presLayoutVars>
          <dgm:bulletEnabled val="1"/>
        </dgm:presLayoutVars>
      </dgm:prSet>
      <dgm:spPr/>
    </dgm:pt>
    <dgm:pt modelId="{1276610D-166E-48C9-8244-44C2832CCEBE}" type="pres">
      <dgm:prSet presAssocID="{7137D221-CF9A-4349-8DB3-E6D62C207784}" presName="Name9" presStyleLbl="parChTrans1D2" presStyleIdx="3" presStyleCnt="9"/>
      <dgm:spPr/>
    </dgm:pt>
    <dgm:pt modelId="{D52B5A9B-820E-49DB-8005-10B4628B9C66}" type="pres">
      <dgm:prSet presAssocID="{7137D221-CF9A-4349-8DB3-E6D62C207784}" presName="connTx" presStyleLbl="parChTrans1D2" presStyleIdx="3" presStyleCnt="9"/>
      <dgm:spPr/>
    </dgm:pt>
    <dgm:pt modelId="{B5247734-1A3C-4CE4-AA04-C70664AE9A71}" type="pres">
      <dgm:prSet presAssocID="{BE72CFB2-DADF-41A2-834D-3DDF2641CB9D}" presName="node" presStyleLbl="node1" presStyleIdx="3" presStyleCnt="9">
        <dgm:presLayoutVars>
          <dgm:bulletEnabled val="1"/>
        </dgm:presLayoutVars>
      </dgm:prSet>
      <dgm:spPr/>
    </dgm:pt>
    <dgm:pt modelId="{DE816FD9-30F2-4D7B-BF5B-5CCF1016A6DD}" type="pres">
      <dgm:prSet presAssocID="{04DC5A21-7BB7-4904-9D9E-C1598C4B06E9}" presName="Name9" presStyleLbl="parChTrans1D2" presStyleIdx="4" presStyleCnt="9"/>
      <dgm:spPr/>
    </dgm:pt>
    <dgm:pt modelId="{34AB7393-07EA-4CF1-8188-D4875CB82CFB}" type="pres">
      <dgm:prSet presAssocID="{04DC5A21-7BB7-4904-9D9E-C1598C4B06E9}" presName="connTx" presStyleLbl="parChTrans1D2" presStyleIdx="4" presStyleCnt="9"/>
      <dgm:spPr/>
    </dgm:pt>
    <dgm:pt modelId="{817DB4E6-181C-4A8B-A92F-7FA5166FBDE6}" type="pres">
      <dgm:prSet presAssocID="{AABBEC3C-C62A-4790-9EE5-7F6F0CD790C4}" presName="node" presStyleLbl="node1" presStyleIdx="4" presStyleCnt="9">
        <dgm:presLayoutVars>
          <dgm:bulletEnabled val="1"/>
        </dgm:presLayoutVars>
      </dgm:prSet>
      <dgm:spPr/>
    </dgm:pt>
    <dgm:pt modelId="{089F8232-9FF1-457A-A1AA-3299398D5EE1}" type="pres">
      <dgm:prSet presAssocID="{6284097D-3397-4C7C-BAAF-4CA4468B6874}" presName="Name9" presStyleLbl="parChTrans1D2" presStyleIdx="5" presStyleCnt="9"/>
      <dgm:spPr/>
    </dgm:pt>
    <dgm:pt modelId="{C60E2E35-403B-4392-8992-C8C11E673D31}" type="pres">
      <dgm:prSet presAssocID="{6284097D-3397-4C7C-BAAF-4CA4468B6874}" presName="connTx" presStyleLbl="parChTrans1D2" presStyleIdx="5" presStyleCnt="9"/>
      <dgm:spPr/>
    </dgm:pt>
    <dgm:pt modelId="{C7740B92-117E-47D9-A618-D72943542EE0}" type="pres">
      <dgm:prSet presAssocID="{8BE6E230-1AD3-499E-9CA7-767042D01976}" presName="node" presStyleLbl="node1" presStyleIdx="5" presStyleCnt="9">
        <dgm:presLayoutVars>
          <dgm:bulletEnabled val="1"/>
        </dgm:presLayoutVars>
      </dgm:prSet>
      <dgm:spPr/>
    </dgm:pt>
    <dgm:pt modelId="{EEC59729-FFAB-4E94-84C6-04B1E21D66C0}" type="pres">
      <dgm:prSet presAssocID="{3DFA5617-4AE3-467D-A37C-DC833A4B9A89}" presName="Name9" presStyleLbl="parChTrans1D2" presStyleIdx="6" presStyleCnt="9"/>
      <dgm:spPr/>
    </dgm:pt>
    <dgm:pt modelId="{14D0505E-C49E-4B68-B64C-A076422F3A3F}" type="pres">
      <dgm:prSet presAssocID="{3DFA5617-4AE3-467D-A37C-DC833A4B9A89}" presName="connTx" presStyleLbl="parChTrans1D2" presStyleIdx="6" presStyleCnt="9"/>
      <dgm:spPr/>
    </dgm:pt>
    <dgm:pt modelId="{187836D5-A234-4A00-9516-34F44D2EEF0F}" type="pres">
      <dgm:prSet presAssocID="{F17E5FC1-23E5-4FC3-9810-11788886405A}" presName="node" presStyleLbl="node1" presStyleIdx="6" presStyleCnt="9">
        <dgm:presLayoutVars>
          <dgm:bulletEnabled val="1"/>
        </dgm:presLayoutVars>
      </dgm:prSet>
      <dgm:spPr/>
    </dgm:pt>
    <dgm:pt modelId="{6ECDC342-DB24-4EAC-BE9C-B47B7B5FD59A}" type="pres">
      <dgm:prSet presAssocID="{85E0DA16-D98B-41D3-8266-82E148D38A29}" presName="Name9" presStyleLbl="parChTrans1D2" presStyleIdx="7" presStyleCnt="9"/>
      <dgm:spPr/>
    </dgm:pt>
    <dgm:pt modelId="{2644AB5C-8B31-49DE-9213-BC3132557DB0}" type="pres">
      <dgm:prSet presAssocID="{85E0DA16-D98B-41D3-8266-82E148D38A29}" presName="connTx" presStyleLbl="parChTrans1D2" presStyleIdx="7" presStyleCnt="9"/>
      <dgm:spPr/>
    </dgm:pt>
    <dgm:pt modelId="{DB2A07CA-6B73-4B0A-8292-96A3F96CA6E8}" type="pres">
      <dgm:prSet presAssocID="{277AA40B-7D52-4F55-8623-D7F391B6CAE3}" presName="node" presStyleLbl="node1" presStyleIdx="7" presStyleCnt="9" custRadScaleRad="99079" custRadScaleInc="3078">
        <dgm:presLayoutVars>
          <dgm:bulletEnabled val="1"/>
        </dgm:presLayoutVars>
      </dgm:prSet>
      <dgm:spPr/>
    </dgm:pt>
    <dgm:pt modelId="{39636701-422D-4302-87BD-D3CA603BE767}" type="pres">
      <dgm:prSet presAssocID="{EEE8C8CC-AA71-4326-B0BC-E0BCD919DF7A}" presName="Name9" presStyleLbl="parChTrans1D2" presStyleIdx="8" presStyleCnt="9"/>
      <dgm:spPr/>
    </dgm:pt>
    <dgm:pt modelId="{45738A18-C240-4405-9CCD-29BD32C0534E}" type="pres">
      <dgm:prSet presAssocID="{EEE8C8CC-AA71-4326-B0BC-E0BCD919DF7A}" presName="connTx" presStyleLbl="parChTrans1D2" presStyleIdx="8" presStyleCnt="9"/>
      <dgm:spPr/>
    </dgm:pt>
    <dgm:pt modelId="{58B23C4C-0B09-4E2D-B7B5-F1A96C8FE32A}" type="pres">
      <dgm:prSet presAssocID="{A4FFC5EF-3C26-45F3-BF55-96D625F035E7}" presName="node" presStyleLbl="node1" presStyleIdx="8" presStyleCnt="9">
        <dgm:presLayoutVars>
          <dgm:bulletEnabled val="1"/>
        </dgm:presLayoutVars>
      </dgm:prSet>
      <dgm:spPr/>
    </dgm:pt>
  </dgm:ptLst>
  <dgm:cxnLst>
    <dgm:cxn modelId="{34E7A500-017C-4BC8-9907-B379C6AE9C06}" srcId="{AC7695D2-1297-4CD9-B716-A9BB6984E9CB}" destId="{F17E5FC1-23E5-4FC3-9810-11788886405A}" srcOrd="6" destOrd="0" parTransId="{3DFA5617-4AE3-467D-A37C-DC833A4B9A89}" sibTransId="{392046A1-27BE-4C52-9143-D712F8E922D5}"/>
    <dgm:cxn modelId="{8D63E903-1677-4960-84C9-F84CD424543B}" srcId="{30C62107-E948-41C7-8D46-4DC1B7B1286E}" destId="{E12DAB59-EA6E-46AC-8863-DB9C6469516C}" srcOrd="7" destOrd="0" parTransId="{0A77D151-FFCD-489B-8351-3AE19E3535BF}" sibTransId="{FD2ABBCE-CB4F-4E0D-82B6-3CC60DF885B1}"/>
    <dgm:cxn modelId="{93F0F50A-3373-451D-93CC-2A97D1E0E944}" srcId="{30C62107-E948-41C7-8D46-4DC1B7B1286E}" destId="{4C75ACA3-21C2-41B9-84A2-3203AA32E606}" srcOrd="4" destOrd="0" parTransId="{8CA69DBC-6AAC-44B5-A57B-AD54F2627F9F}" sibTransId="{A05CDB1A-E6AB-4301-A5F9-A297EBC32CC0}"/>
    <dgm:cxn modelId="{91F7EE18-258B-4C28-AD52-C93672ECDDD7}" type="presOf" srcId="{85E0DA16-D98B-41D3-8266-82E148D38A29}" destId="{6ECDC342-DB24-4EAC-BE9C-B47B7B5FD59A}" srcOrd="0" destOrd="0" presId="urn:microsoft.com/office/officeart/2005/8/layout/radial1"/>
    <dgm:cxn modelId="{1A5C081E-A8D5-47F9-A7EF-1949DC253C6D}" type="presOf" srcId="{277AA40B-7D52-4F55-8623-D7F391B6CAE3}" destId="{DB2A07CA-6B73-4B0A-8292-96A3F96CA6E8}" srcOrd="0" destOrd="0" presId="urn:microsoft.com/office/officeart/2005/8/layout/radial1"/>
    <dgm:cxn modelId="{C078EF21-1F6B-4946-B5CA-BBCD962E1B0D}" srcId="{30C62107-E948-41C7-8D46-4DC1B7B1286E}" destId="{6DB07E48-B3C7-4F84-8508-E3123D32E705}" srcOrd="2" destOrd="0" parTransId="{DCB59F18-0E52-464A-BD72-397CC137FB1C}" sibTransId="{24B1A044-F895-483F-B87D-4E38A6875A23}"/>
    <dgm:cxn modelId="{D98AA426-8CDA-480A-9EC7-AAEF359FCEF4}" srcId="{30C62107-E948-41C7-8D46-4DC1B7B1286E}" destId="{AC7695D2-1297-4CD9-B716-A9BB6984E9CB}" srcOrd="0" destOrd="0" parTransId="{DE04AD0A-F05C-44ED-B52E-206432CF52A6}" sibTransId="{0CDB484B-B84A-4385-BD39-66B0392CEE91}"/>
    <dgm:cxn modelId="{1FF4DE35-3264-4052-BE9C-BEC9DF3433CF}" srcId="{30C62107-E948-41C7-8D46-4DC1B7B1286E}" destId="{B0C48EFD-E639-428E-8D8E-8AD58399DCFA}" srcOrd="3" destOrd="0" parTransId="{D5AC4710-A7D7-4ED1-A0CD-1F06253B6B33}" sibTransId="{48DC1E75-8FDB-4FAF-A6DF-8E725F80ED0E}"/>
    <dgm:cxn modelId="{59B85237-554D-4B95-AAEB-C0803E62A298}" srcId="{30C62107-E948-41C7-8D46-4DC1B7B1286E}" destId="{DAB7A759-AA19-4956-B7DD-293225C58813}" srcOrd="1" destOrd="0" parTransId="{8D3EFB66-D1AC-4944-86A9-D6904890067D}" sibTransId="{0787086A-A8CD-4804-98C3-C2FFF61D0F9F}"/>
    <dgm:cxn modelId="{CC651C39-D9B2-4762-877D-A10E850887B7}" srcId="{AC7695D2-1297-4CD9-B716-A9BB6984E9CB}" destId="{BE72CFB2-DADF-41A2-834D-3DDF2641CB9D}" srcOrd="3" destOrd="0" parTransId="{7137D221-CF9A-4349-8DB3-E6D62C207784}" sibTransId="{2678430C-5F60-46F3-9123-11C846001EF7}"/>
    <dgm:cxn modelId="{8C004F5D-6466-4F09-A76A-14AD18046FED}" type="presOf" srcId="{EEE8C8CC-AA71-4326-B0BC-E0BCD919DF7A}" destId="{45738A18-C240-4405-9CCD-29BD32C0534E}" srcOrd="1" destOrd="0" presId="urn:microsoft.com/office/officeart/2005/8/layout/radial1"/>
    <dgm:cxn modelId="{53EAC85E-712A-4D39-B6E0-0F14A7B68005}" type="presOf" srcId="{7137D221-CF9A-4349-8DB3-E6D62C207784}" destId="{D52B5A9B-820E-49DB-8005-10B4628B9C66}" srcOrd="1" destOrd="0" presId="urn:microsoft.com/office/officeart/2005/8/layout/radial1"/>
    <dgm:cxn modelId="{F8CF6541-29B9-4B19-A3C2-2F416BF6CEC0}" type="presOf" srcId="{04DC5A21-7BB7-4904-9D9E-C1598C4B06E9}" destId="{DE816FD9-30F2-4D7B-BF5B-5CCF1016A6DD}" srcOrd="0" destOrd="0" presId="urn:microsoft.com/office/officeart/2005/8/layout/radial1"/>
    <dgm:cxn modelId="{0674BA62-3D5A-4F53-A974-209D7BF8CEA6}" type="presOf" srcId="{6284097D-3397-4C7C-BAAF-4CA4468B6874}" destId="{089F8232-9FF1-457A-A1AA-3299398D5EE1}" srcOrd="0" destOrd="0" presId="urn:microsoft.com/office/officeart/2005/8/layout/radial1"/>
    <dgm:cxn modelId="{A913E767-FAA1-4879-946A-C88DC99B1C5A}" srcId="{AC7695D2-1297-4CD9-B716-A9BB6984E9CB}" destId="{BD472FA2-6350-4067-A541-9E80AF9732C0}" srcOrd="0" destOrd="0" parTransId="{B8A0D990-0FEA-4F4C-B9F6-87A30123C696}" sibTransId="{DEE5A9F1-9AB1-4098-8DB9-2F60A0752063}"/>
    <dgm:cxn modelId="{27298269-02AB-49CD-9A9C-A8CB512D1560}" srcId="{30C62107-E948-41C7-8D46-4DC1B7B1286E}" destId="{99C7A6DA-F28D-4C49-AE23-9318F210D9A5}" srcOrd="5" destOrd="0" parTransId="{68041428-889C-47A7-BC56-56F5719D4C6A}" sibTransId="{0B36C6D0-D8DD-478A-893F-BBE060B2BED3}"/>
    <dgm:cxn modelId="{0FAF4F6C-3C14-43DC-838D-43B6272CAA2F}" type="presOf" srcId="{BE72CFB2-DADF-41A2-834D-3DDF2641CB9D}" destId="{B5247734-1A3C-4CE4-AA04-C70664AE9A71}" srcOrd="0" destOrd="0" presId="urn:microsoft.com/office/officeart/2005/8/layout/radial1"/>
    <dgm:cxn modelId="{BDE7594D-D7E7-48CF-A986-048F7845AD26}" type="presOf" srcId="{30C62107-E948-41C7-8D46-4DC1B7B1286E}" destId="{37B7BB48-BAF1-4CE6-8E04-B5E225D1B094}" srcOrd="0" destOrd="0" presId="urn:microsoft.com/office/officeart/2005/8/layout/radial1"/>
    <dgm:cxn modelId="{891B044F-9BE2-4F63-A480-B022FBCF3DCD}" srcId="{AC7695D2-1297-4CD9-B716-A9BB6984E9CB}" destId="{277AA40B-7D52-4F55-8623-D7F391B6CAE3}" srcOrd="7" destOrd="0" parTransId="{85E0DA16-D98B-41D3-8266-82E148D38A29}" sibTransId="{6F1011E6-657A-4DB8-967C-8E1B7C8E393A}"/>
    <dgm:cxn modelId="{18128A4F-B063-44B0-B352-E597DDF08D05}" type="presOf" srcId="{942EE059-8A04-41E8-99D2-FCDBE1A73EC3}" destId="{C77C27EA-9B5C-4D5E-942C-7347069204BA}" srcOrd="0" destOrd="0" presId="urn:microsoft.com/office/officeart/2005/8/layout/radial1"/>
    <dgm:cxn modelId="{70D58A4F-2DC1-4D17-94FB-379C8BB51979}" srcId="{30C62107-E948-41C7-8D46-4DC1B7B1286E}" destId="{BA2B99CD-CBD7-4AB5-8864-BA65C478C368}" srcOrd="6" destOrd="0" parTransId="{BDFA250C-36C4-4427-AC3C-1D1C4E78E246}" sibTransId="{482BB9B7-EE9E-4BEA-81AE-5A5AFC1239F4}"/>
    <dgm:cxn modelId="{8A3B7D70-5714-4A2D-B7DF-AE09CFA0A623}" type="presOf" srcId="{AC7695D2-1297-4CD9-B716-A9BB6984E9CB}" destId="{9C612AA7-0C4C-48EB-8B56-C83E21CBFEE8}" srcOrd="0" destOrd="0" presId="urn:microsoft.com/office/officeart/2005/8/layout/radial1"/>
    <dgm:cxn modelId="{E105F551-A955-4E62-B238-58E8F003EDCE}" type="presOf" srcId="{F17E5FC1-23E5-4FC3-9810-11788886405A}" destId="{187836D5-A234-4A00-9516-34F44D2EEF0F}" srcOrd="0" destOrd="0" presId="urn:microsoft.com/office/officeart/2005/8/layout/radial1"/>
    <dgm:cxn modelId="{3FF1DC7A-9607-4606-BAE1-89803D93FCD5}" srcId="{AC7695D2-1297-4CD9-B716-A9BB6984E9CB}" destId="{A4FFC5EF-3C26-45F3-BF55-96D625F035E7}" srcOrd="8" destOrd="0" parTransId="{EEE8C8CC-AA71-4326-B0BC-E0BCD919DF7A}" sibTransId="{1872A83B-78B3-4404-8EF7-D5DB7C8C2899}"/>
    <dgm:cxn modelId="{5BA3127C-31E6-44DB-B3AE-9BB3908232FE}" type="presOf" srcId="{A4FFC5EF-3C26-45F3-BF55-96D625F035E7}" destId="{58B23C4C-0B09-4E2D-B7B5-F1A96C8FE32A}" srcOrd="0" destOrd="0" presId="urn:microsoft.com/office/officeart/2005/8/layout/radial1"/>
    <dgm:cxn modelId="{94E5DA81-50CD-498C-B636-BA136D349E71}" type="presOf" srcId="{942EE059-8A04-41E8-99D2-FCDBE1A73EC3}" destId="{E40ABA8F-41E9-4EF9-8AD8-EB45ED09442E}" srcOrd="1" destOrd="0" presId="urn:microsoft.com/office/officeart/2005/8/layout/radial1"/>
    <dgm:cxn modelId="{4CA9B186-7788-434D-A1B0-A365291CDA37}" srcId="{AC7695D2-1297-4CD9-B716-A9BB6984E9CB}" destId="{AABBEC3C-C62A-4790-9EE5-7F6F0CD790C4}" srcOrd="4" destOrd="0" parTransId="{04DC5A21-7BB7-4904-9D9E-C1598C4B06E9}" sibTransId="{78892020-3D3F-485B-8BBC-AAB43B2D1017}"/>
    <dgm:cxn modelId="{D43B358F-CC2C-41BD-AAAC-9AE0570F84E6}" srcId="{AC7695D2-1297-4CD9-B716-A9BB6984E9CB}" destId="{8BE6E230-1AD3-499E-9CA7-767042D01976}" srcOrd="5" destOrd="0" parTransId="{6284097D-3397-4C7C-BAAF-4CA4468B6874}" sibTransId="{0F5309CB-99A4-4D14-AD64-15CB338A74AE}"/>
    <dgm:cxn modelId="{77B90C9C-BF50-4386-A5FD-98791C38D0DF}" type="presOf" srcId="{85E0DA16-D98B-41D3-8266-82E148D38A29}" destId="{2644AB5C-8B31-49DE-9213-BC3132557DB0}" srcOrd="1" destOrd="0" presId="urn:microsoft.com/office/officeart/2005/8/layout/radial1"/>
    <dgm:cxn modelId="{5B253B9C-2FC3-44B3-BB65-D336D3B3F1E0}" type="presOf" srcId="{88B62CE1-2DFA-493C-8A09-A0A1FDBD7E8B}" destId="{885B6873-9787-4393-BEC5-69401147908C}" srcOrd="0" destOrd="0" presId="urn:microsoft.com/office/officeart/2005/8/layout/radial1"/>
    <dgm:cxn modelId="{D41D44AA-1CD0-42FC-A7C1-66EFFAC9A477}" srcId="{30C62107-E948-41C7-8D46-4DC1B7B1286E}" destId="{8BA1346D-E999-481F-9940-A3B4505C5803}" srcOrd="8" destOrd="0" parTransId="{E22EDE90-B5E9-4A61-85CB-5586138C8EA7}" sibTransId="{44306C51-7180-4770-94AB-699549D1CFAC}"/>
    <dgm:cxn modelId="{BCCDD4AE-51F3-4FDD-9C86-2E23AB28232A}" type="presOf" srcId="{AABBEC3C-C62A-4790-9EE5-7F6F0CD790C4}" destId="{817DB4E6-181C-4A8B-A92F-7FA5166FBDE6}" srcOrd="0" destOrd="0" presId="urn:microsoft.com/office/officeart/2005/8/layout/radial1"/>
    <dgm:cxn modelId="{8B726FBA-EBF8-485C-99EE-2DA44B0EDB4E}" type="presOf" srcId="{B8A0D990-0FEA-4F4C-B9F6-87A30123C696}" destId="{E9076704-61C2-464D-900F-4F50623FEAF0}" srcOrd="1" destOrd="0" presId="urn:microsoft.com/office/officeart/2005/8/layout/radial1"/>
    <dgm:cxn modelId="{EF743FBC-15BF-4796-8ED9-4746C8A03969}" srcId="{AC7695D2-1297-4CD9-B716-A9BB6984E9CB}" destId="{C6369FF6-DF39-4CBD-AAF9-1C4ECF962417}" srcOrd="2" destOrd="0" parTransId="{942EE059-8A04-41E8-99D2-FCDBE1A73EC3}" sibTransId="{872D002B-ECFC-4C72-8E3F-31B67E33B013}"/>
    <dgm:cxn modelId="{508E4EC7-D4D5-446A-B32B-51076C09FA6C}" srcId="{30C62107-E948-41C7-8D46-4DC1B7B1286E}" destId="{0258CBCD-7061-4408-815D-461D35C830FD}" srcOrd="9" destOrd="0" parTransId="{0CD69752-72D2-4004-9B92-9FAB727E07CF}" sibTransId="{79DFF102-C497-4A4A-8284-717A6E15E7EC}"/>
    <dgm:cxn modelId="{0CBB2ECD-824A-470D-A165-A10B34B0030D}" type="presOf" srcId="{7137D221-CF9A-4349-8DB3-E6D62C207784}" destId="{1276610D-166E-48C9-8244-44C2832CCEBE}" srcOrd="0" destOrd="0" presId="urn:microsoft.com/office/officeart/2005/8/layout/radial1"/>
    <dgm:cxn modelId="{A39B47CF-CF67-4AEE-BD77-29E4F5F32603}" type="presOf" srcId="{BF39219D-EDCF-4994-B55C-908E6C692F58}" destId="{610F1A16-6985-474D-A274-E54ECA0EFB06}" srcOrd="1" destOrd="0" presId="urn:microsoft.com/office/officeart/2005/8/layout/radial1"/>
    <dgm:cxn modelId="{CFD9E4CF-0526-4E7F-921A-322B19FAB915}" type="presOf" srcId="{3DFA5617-4AE3-467D-A37C-DC833A4B9A89}" destId="{EEC59729-FFAB-4E94-84C6-04B1E21D66C0}" srcOrd="0" destOrd="0" presId="urn:microsoft.com/office/officeart/2005/8/layout/radial1"/>
    <dgm:cxn modelId="{85F4F2D1-76F0-4CE5-9EAF-39451B3A4322}" type="presOf" srcId="{B8A0D990-0FEA-4F4C-B9F6-87A30123C696}" destId="{8505F7A1-7217-4149-BAFC-D1F5A8F91AF0}" srcOrd="0" destOrd="0" presId="urn:microsoft.com/office/officeart/2005/8/layout/radial1"/>
    <dgm:cxn modelId="{88B76FD5-8816-4C86-8620-DA2C6D28DFD1}" type="presOf" srcId="{EEE8C8CC-AA71-4326-B0BC-E0BCD919DF7A}" destId="{39636701-422D-4302-87BD-D3CA603BE767}" srcOrd="0" destOrd="0" presId="urn:microsoft.com/office/officeart/2005/8/layout/radial1"/>
    <dgm:cxn modelId="{588419D6-E639-4108-ACD3-DADE90FE3D52}" type="presOf" srcId="{BD472FA2-6350-4067-A541-9E80AF9732C0}" destId="{093F1B7C-1D39-4838-8EAF-CFC51A3468A3}" srcOrd="0" destOrd="0" presId="urn:microsoft.com/office/officeart/2005/8/layout/radial1"/>
    <dgm:cxn modelId="{BF2858DB-B9D3-42D7-9191-B6A9F5F5FA4A}" type="presOf" srcId="{C6369FF6-DF39-4CBD-AAF9-1C4ECF962417}" destId="{EBD84639-A68F-462E-9645-80A5387595CD}" srcOrd="0" destOrd="0" presId="urn:microsoft.com/office/officeart/2005/8/layout/radial1"/>
    <dgm:cxn modelId="{EA6FFEE1-6D6F-4EB1-8805-EF8E54655424}" type="presOf" srcId="{04DC5A21-7BB7-4904-9D9E-C1598C4B06E9}" destId="{34AB7393-07EA-4CF1-8188-D4875CB82CFB}" srcOrd="1" destOrd="0" presId="urn:microsoft.com/office/officeart/2005/8/layout/radial1"/>
    <dgm:cxn modelId="{080CAAE2-8D7E-4577-8136-FF2774916F0B}" type="presOf" srcId="{BF39219D-EDCF-4994-B55C-908E6C692F58}" destId="{311C9070-9EFC-402D-B269-90E7EDC60D6F}" srcOrd="0" destOrd="0" presId="urn:microsoft.com/office/officeart/2005/8/layout/radial1"/>
    <dgm:cxn modelId="{101FD3E3-1E10-4675-8D49-E92313297B2C}" type="presOf" srcId="{6284097D-3397-4C7C-BAAF-4CA4468B6874}" destId="{C60E2E35-403B-4392-8992-C8C11E673D31}" srcOrd="1" destOrd="0" presId="urn:microsoft.com/office/officeart/2005/8/layout/radial1"/>
    <dgm:cxn modelId="{7C6CECE4-19A6-48FA-9406-6408619BAD38}" type="presOf" srcId="{3DFA5617-4AE3-467D-A37C-DC833A4B9A89}" destId="{14D0505E-C49E-4B68-B64C-A076422F3A3F}" srcOrd="1" destOrd="0" presId="urn:microsoft.com/office/officeart/2005/8/layout/radial1"/>
    <dgm:cxn modelId="{44696FF7-AB77-49E2-8B23-98FC7FF85E4E}" srcId="{AC7695D2-1297-4CD9-B716-A9BB6984E9CB}" destId="{88B62CE1-2DFA-493C-8A09-A0A1FDBD7E8B}" srcOrd="1" destOrd="0" parTransId="{BF39219D-EDCF-4994-B55C-908E6C692F58}" sibTransId="{C2FD3FD4-1C1A-48F5-B90F-299D31F56B16}"/>
    <dgm:cxn modelId="{0D18D6FC-DD61-4415-A7E2-E6433ABD27F1}" type="presOf" srcId="{8BE6E230-1AD3-499E-9CA7-767042D01976}" destId="{C7740B92-117E-47D9-A618-D72943542EE0}" srcOrd="0" destOrd="0" presId="urn:microsoft.com/office/officeart/2005/8/layout/radial1"/>
    <dgm:cxn modelId="{6685DE2C-1635-463E-A541-CDCDB865B2A9}" type="presParOf" srcId="{37B7BB48-BAF1-4CE6-8E04-B5E225D1B094}" destId="{9C612AA7-0C4C-48EB-8B56-C83E21CBFEE8}" srcOrd="0" destOrd="0" presId="urn:microsoft.com/office/officeart/2005/8/layout/radial1"/>
    <dgm:cxn modelId="{7F292A23-58C8-426B-8201-812B10A91B31}" type="presParOf" srcId="{37B7BB48-BAF1-4CE6-8E04-B5E225D1B094}" destId="{8505F7A1-7217-4149-BAFC-D1F5A8F91AF0}" srcOrd="1" destOrd="0" presId="urn:microsoft.com/office/officeart/2005/8/layout/radial1"/>
    <dgm:cxn modelId="{334937BB-1D42-4CA4-B1F8-6A021BA78632}" type="presParOf" srcId="{8505F7A1-7217-4149-BAFC-D1F5A8F91AF0}" destId="{E9076704-61C2-464D-900F-4F50623FEAF0}" srcOrd="0" destOrd="0" presId="urn:microsoft.com/office/officeart/2005/8/layout/radial1"/>
    <dgm:cxn modelId="{5FE6EFBC-D66A-4441-89CE-83852E8AEA36}" type="presParOf" srcId="{37B7BB48-BAF1-4CE6-8E04-B5E225D1B094}" destId="{093F1B7C-1D39-4838-8EAF-CFC51A3468A3}" srcOrd="2" destOrd="0" presId="urn:microsoft.com/office/officeart/2005/8/layout/radial1"/>
    <dgm:cxn modelId="{5AA19CB8-1AA7-4CD2-97C8-812048F7B064}" type="presParOf" srcId="{37B7BB48-BAF1-4CE6-8E04-B5E225D1B094}" destId="{311C9070-9EFC-402D-B269-90E7EDC60D6F}" srcOrd="3" destOrd="0" presId="urn:microsoft.com/office/officeart/2005/8/layout/radial1"/>
    <dgm:cxn modelId="{5E7C487E-C0F8-4207-A4ED-D362610FFC8C}" type="presParOf" srcId="{311C9070-9EFC-402D-B269-90E7EDC60D6F}" destId="{610F1A16-6985-474D-A274-E54ECA0EFB06}" srcOrd="0" destOrd="0" presId="urn:microsoft.com/office/officeart/2005/8/layout/radial1"/>
    <dgm:cxn modelId="{8F9EA978-C7AD-46D7-8BFD-837B0E7AA767}" type="presParOf" srcId="{37B7BB48-BAF1-4CE6-8E04-B5E225D1B094}" destId="{885B6873-9787-4393-BEC5-69401147908C}" srcOrd="4" destOrd="0" presId="urn:microsoft.com/office/officeart/2005/8/layout/radial1"/>
    <dgm:cxn modelId="{45095CA4-B279-47C6-9FA6-6CE9E5B49F19}" type="presParOf" srcId="{37B7BB48-BAF1-4CE6-8E04-B5E225D1B094}" destId="{C77C27EA-9B5C-4D5E-942C-7347069204BA}" srcOrd="5" destOrd="0" presId="urn:microsoft.com/office/officeart/2005/8/layout/radial1"/>
    <dgm:cxn modelId="{F9E53983-6DF9-4323-A2F2-82499EFE5531}" type="presParOf" srcId="{C77C27EA-9B5C-4D5E-942C-7347069204BA}" destId="{E40ABA8F-41E9-4EF9-8AD8-EB45ED09442E}" srcOrd="0" destOrd="0" presId="urn:microsoft.com/office/officeart/2005/8/layout/radial1"/>
    <dgm:cxn modelId="{764C5CA8-9DE5-48BA-9FE2-79E6DFE7B575}" type="presParOf" srcId="{37B7BB48-BAF1-4CE6-8E04-B5E225D1B094}" destId="{EBD84639-A68F-462E-9645-80A5387595CD}" srcOrd="6" destOrd="0" presId="urn:microsoft.com/office/officeart/2005/8/layout/radial1"/>
    <dgm:cxn modelId="{13FFE08F-EE46-43EF-87A5-F6157A68A31F}" type="presParOf" srcId="{37B7BB48-BAF1-4CE6-8E04-B5E225D1B094}" destId="{1276610D-166E-48C9-8244-44C2832CCEBE}" srcOrd="7" destOrd="0" presId="urn:microsoft.com/office/officeart/2005/8/layout/radial1"/>
    <dgm:cxn modelId="{05662D4A-CA49-40B2-B2FD-AA97F6001B98}" type="presParOf" srcId="{1276610D-166E-48C9-8244-44C2832CCEBE}" destId="{D52B5A9B-820E-49DB-8005-10B4628B9C66}" srcOrd="0" destOrd="0" presId="urn:microsoft.com/office/officeart/2005/8/layout/radial1"/>
    <dgm:cxn modelId="{46FE2BD6-7403-4E38-BC03-09A388542A18}" type="presParOf" srcId="{37B7BB48-BAF1-4CE6-8E04-B5E225D1B094}" destId="{B5247734-1A3C-4CE4-AA04-C70664AE9A71}" srcOrd="8" destOrd="0" presId="urn:microsoft.com/office/officeart/2005/8/layout/radial1"/>
    <dgm:cxn modelId="{DED7533E-9C97-46B8-8CE5-3D3739481EF8}" type="presParOf" srcId="{37B7BB48-BAF1-4CE6-8E04-B5E225D1B094}" destId="{DE816FD9-30F2-4D7B-BF5B-5CCF1016A6DD}" srcOrd="9" destOrd="0" presId="urn:microsoft.com/office/officeart/2005/8/layout/radial1"/>
    <dgm:cxn modelId="{FFE9D4F6-2F9E-4ACC-BFB7-1081E0A905C1}" type="presParOf" srcId="{DE816FD9-30F2-4D7B-BF5B-5CCF1016A6DD}" destId="{34AB7393-07EA-4CF1-8188-D4875CB82CFB}" srcOrd="0" destOrd="0" presId="urn:microsoft.com/office/officeart/2005/8/layout/radial1"/>
    <dgm:cxn modelId="{75A9A5E3-9830-45E9-8DEA-3DCF32141EC7}" type="presParOf" srcId="{37B7BB48-BAF1-4CE6-8E04-B5E225D1B094}" destId="{817DB4E6-181C-4A8B-A92F-7FA5166FBDE6}" srcOrd="10" destOrd="0" presId="urn:microsoft.com/office/officeart/2005/8/layout/radial1"/>
    <dgm:cxn modelId="{52FCF4C3-F713-46DB-BBAA-CBAFD7BE9B54}" type="presParOf" srcId="{37B7BB48-BAF1-4CE6-8E04-B5E225D1B094}" destId="{089F8232-9FF1-457A-A1AA-3299398D5EE1}" srcOrd="11" destOrd="0" presId="urn:microsoft.com/office/officeart/2005/8/layout/radial1"/>
    <dgm:cxn modelId="{313107C0-0A4D-4223-A658-7B42612FBF8F}" type="presParOf" srcId="{089F8232-9FF1-457A-A1AA-3299398D5EE1}" destId="{C60E2E35-403B-4392-8992-C8C11E673D31}" srcOrd="0" destOrd="0" presId="urn:microsoft.com/office/officeart/2005/8/layout/radial1"/>
    <dgm:cxn modelId="{C89DAF55-38C1-4209-95F5-E22D473B8171}" type="presParOf" srcId="{37B7BB48-BAF1-4CE6-8E04-B5E225D1B094}" destId="{C7740B92-117E-47D9-A618-D72943542EE0}" srcOrd="12" destOrd="0" presId="urn:microsoft.com/office/officeart/2005/8/layout/radial1"/>
    <dgm:cxn modelId="{D7A316C2-38F5-422B-8668-7EC68A385519}" type="presParOf" srcId="{37B7BB48-BAF1-4CE6-8E04-B5E225D1B094}" destId="{EEC59729-FFAB-4E94-84C6-04B1E21D66C0}" srcOrd="13" destOrd="0" presId="urn:microsoft.com/office/officeart/2005/8/layout/radial1"/>
    <dgm:cxn modelId="{5467915E-C168-4F59-9944-BB4FD96A2F24}" type="presParOf" srcId="{EEC59729-FFAB-4E94-84C6-04B1E21D66C0}" destId="{14D0505E-C49E-4B68-B64C-A076422F3A3F}" srcOrd="0" destOrd="0" presId="urn:microsoft.com/office/officeart/2005/8/layout/radial1"/>
    <dgm:cxn modelId="{5807FC95-2BC6-406A-9C72-7BC661EB4120}" type="presParOf" srcId="{37B7BB48-BAF1-4CE6-8E04-B5E225D1B094}" destId="{187836D5-A234-4A00-9516-34F44D2EEF0F}" srcOrd="14" destOrd="0" presId="urn:microsoft.com/office/officeart/2005/8/layout/radial1"/>
    <dgm:cxn modelId="{977AB427-99C2-4BD0-BFBD-A7CB330520CC}" type="presParOf" srcId="{37B7BB48-BAF1-4CE6-8E04-B5E225D1B094}" destId="{6ECDC342-DB24-4EAC-BE9C-B47B7B5FD59A}" srcOrd="15" destOrd="0" presId="urn:microsoft.com/office/officeart/2005/8/layout/radial1"/>
    <dgm:cxn modelId="{F9B8836C-9EDB-4884-80A6-C352B7F39C75}" type="presParOf" srcId="{6ECDC342-DB24-4EAC-BE9C-B47B7B5FD59A}" destId="{2644AB5C-8B31-49DE-9213-BC3132557DB0}" srcOrd="0" destOrd="0" presId="urn:microsoft.com/office/officeart/2005/8/layout/radial1"/>
    <dgm:cxn modelId="{42383A6D-2BB9-40DF-A0B6-2A52772AF635}" type="presParOf" srcId="{37B7BB48-BAF1-4CE6-8E04-B5E225D1B094}" destId="{DB2A07CA-6B73-4B0A-8292-96A3F96CA6E8}" srcOrd="16" destOrd="0" presId="urn:microsoft.com/office/officeart/2005/8/layout/radial1"/>
    <dgm:cxn modelId="{B5A99798-C6AE-423D-92FE-AC8500FE8E88}" type="presParOf" srcId="{37B7BB48-BAF1-4CE6-8E04-B5E225D1B094}" destId="{39636701-422D-4302-87BD-D3CA603BE767}" srcOrd="17" destOrd="0" presId="urn:microsoft.com/office/officeart/2005/8/layout/radial1"/>
    <dgm:cxn modelId="{0FD6E2CD-2911-4AA3-85EB-689F49D70330}" type="presParOf" srcId="{39636701-422D-4302-87BD-D3CA603BE767}" destId="{45738A18-C240-4405-9CCD-29BD32C0534E}" srcOrd="0" destOrd="0" presId="urn:microsoft.com/office/officeart/2005/8/layout/radial1"/>
    <dgm:cxn modelId="{AAD5282C-56D1-48F9-8664-C838FE87F77E}" type="presParOf" srcId="{37B7BB48-BAF1-4CE6-8E04-B5E225D1B094}" destId="{58B23C4C-0B09-4E2D-B7B5-F1A96C8FE32A}" srcOrd="18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B28CA-D3EB-44B9-9915-AACD38E0CA7C}">
      <dsp:nvSpPr>
        <dsp:cNvPr id="0" name=""/>
        <dsp:cNvSpPr/>
      </dsp:nvSpPr>
      <dsp:spPr>
        <a:xfrm>
          <a:off x="0" y="0"/>
          <a:ext cx="1702593" cy="26764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1.First Generation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 (1940–1956) 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Technology: Vacuum Tubes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Ex   ENIAC , EDVAC , UNIVAC-I</a:t>
          </a:r>
        </a:p>
      </dsp:txBody>
      <dsp:txXfrm>
        <a:off x="0" y="1070560"/>
        <a:ext cx="1702593" cy="1070560"/>
      </dsp:txXfrm>
    </dsp:sp>
    <dsp:sp modelId="{3C2A26CF-931F-4851-8CAA-71C2EB21BB1C}">
      <dsp:nvSpPr>
        <dsp:cNvPr id="0" name=""/>
        <dsp:cNvSpPr/>
      </dsp:nvSpPr>
      <dsp:spPr>
        <a:xfrm>
          <a:off x="405675" y="160584"/>
          <a:ext cx="891241" cy="891241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l="-41000" r="-41000"/>
          </a:stretch>
        </a:blip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154392-8F06-4364-89F8-622690B6CAD1}">
      <dsp:nvSpPr>
        <dsp:cNvPr id="0" name=""/>
        <dsp:cNvSpPr/>
      </dsp:nvSpPr>
      <dsp:spPr>
        <a:xfrm>
          <a:off x="1753671" y="0"/>
          <a:ext cx="1702593" cy="26764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2.Second Generation 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(1956-1963) Transistors.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Ex : IBM 1401, IBM 7094, CDC 1604 </a:t>
          </a:r>
        </a:p>
      </dsp:txBody>
      <dsp:txXfrm>
        <a:off x="1753671" y="1070560"/>
        <a:ext cx="1702593" cy="1070560"/>
      </dsp:txXfrm>
    </dsp:sp>
    <dsp:sp modelId="{FDA424D2-5464-4162-BCF9-1D7B1B46A704}">
      <dsp:nvSpPr>
        <dsp:cNvPr id="0" name=""/>
        <dsp:cNvSpPr/>
      </dsp:nvSpPr>
      <dsp:spPr>
        <a:xfrm>
          <a:off x="2159347" y="160584"/>
          <a:ext cx="891241" cy="891241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 l="-25000" r="-25000"/>
          </a:stretch>
        </a:blip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430BCE-37BA-4A82-86A2-94B79B372D8D}">
      <dsp:nvSpPr>
        <dsp:cNvPr id="0" name=""/>
        <dsp:cNvSpPr/>
      </dsp:nvSpPr>
      <dsp:spPr>
        <a:xfrm>
          <a:off x="3507343" y="0"/>
          <a:ext cx="1702593" cy="26764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3. Third Generation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 (1964–1971)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 Integrated Circuits (ICs)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Ex: IBM System/360 , 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PDP-8,Honeywell-6000 </a:t>
          </a:r>
        </a:p>
      </dsp:txBody>
      <dsp:txXfrm>
        <a:off x="3507343" y="1070560"/>
        <a:ext cx="1702593" cy="1070560"/>
      </dsp:txXfrm>
    </dsp:sp>
    <dsp:sp modelId="{01B5A732-1CB5-4905-9CE2-3B2465552BA4}">
      <dsp:nvSpPr>
        <dsp:cNvPr id="0" name=""/>
        <dsp:cNvSpPr/>
      </dsp:nvSpPr>
      <dsp:spPr>
        <a:xfrm>
          <a:off x="3913019" y="160584"/>
          <a:ext cx="891241" cy="891241"/>
        </a:xfrm>
        <a:prstGeom prst="ellipse">
          <a:avLst/>
        </a:prstGeom>
        <a:blipFill rotWithShape="1">
          <a:blip xmlns:r="http://schemas.openxmlformats.org/officeDocument/2006/relationships" r:embed="rId3"/>
          <a:srcRect/>
          <a:stretch>
            <a:fillRect l="-41000" r="-41000"/>
          </a:stretch>
        </a:blip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DAEE18-5E0A-4FCA-A54E-C5D54707D3A9}">
      <dsp:nvSpPr>
        <dsp:cNvPr id="0" name=""/>
        <dsp:cNvSpPr/>
      </dsp:nvSpPr>
      <dsp:spPr>
        <a:xfrm>
          <a:off x="5261014" y="0"/>
          <a:ext cx="1702593" cy="26764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4. Fourth Generation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 (1971–Present) Microprocessors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Ex: Desktop computer, Personal Computer and Laptop</a:t>
          </a:r>
        </a:p>
      </dsp:txBody>
      <dsp:txXfrm>
        <a:off x="5261014" y="1070560"/>
        <a:ext cx="1702593" cy="1070560"/>
      </dsp:txXfrm>
    </dsp:sp>
    <dsp:sp modelId="{73EC22E5-2CC7-40F7-A096-B14D93726AE3}">
      <dsp:nvSpPr>
        <dsp:cNvPr id="0" name=""/>
        <dsp:cNvSpPr/>
      </dsp:nvSpPr>
      <dsp:spPr>
        <a:xfrm>
          <a:off x="5586247" y="160584"/>
          <a:ext cx="1052128" cy="891241"/>
        </a:xfrm>
        <a:prstGeom prst="ellipse">
          <a:avLst/>
        </a:prstGeom>
        <a:blipFill rotWithShape="1">
          <a:blip xmlns:r="http://schemas.openxmlformats.org/officeDocument/2006/relationships" r:embed="rId4"/>
          <a:srcRect/>
          <a:stretch>
            <a:fillRect l="-68000" r="-68000"/>
          </a:stretch>
        </a:blip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314ED5-D0E9-40CB-A51E-A10BF4C5137F}">
      <dsp:nvSpPr>
        <dsp:cNvPr id="0" name=""/>
        <dsp:cNvSpPr/>
      </dsp:nvSpPr>
      <dsp:spPr>
        <a:xfrm>
          <a:off x="7014686" y="0"/>
          <a:ext cx="1702593" cy="267640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5. Fifth Generation (Present &amp; Future) Artificial Intelligence (AI)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Ex: AI Assistants (ChatGPT, Siri, Google Assistant) ,Self-driving Cars ,Supercomputers</a:t>
          </a:r>
        </a:p>
      </dsp:txBody>
      <dsp:txXfrm>
        <a:off x="7014686" y="1070560"/>
        <a:ext cx="1702593" cy="1070560"/>
      </dsp:txXfrm>
    </dsp:sp>
    <dsp:sp modelId="{78EE86BB-0605-4DE0-B766-8769D25A872E}">
      <dsp:nvSpPr>
        <dsp:cNvPr id="0" name=""/>
        <dsp:cNvSpPr/>
      </dsp:nvSpPr>
      <dsp:spPr>
        <a:xfrm>
          <a:off x="7420362" y="160584"/>
          <a:ext cx="891241" cy="891241"/>
        </a:xfrm>
        <a:prstGeom prst="ellipse">
          <a:avLst/>
        </a:prstGeom>
        <a:blipFill rotWithShape="1">
          <a:blip xmlns:r="http://schemas.openxmlformats.org/officeDocument/2006/relationships" r:embed="rId5"/>
          <a:srcRect/>
          <a:stretch>
            <a:fillRect l="-15000" r="-15000"/>
          </a:stretch>
        </a:blip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8ED3C7-6AF9-450C-8B64-5C6269DDED34}">
      <dsp:nvSpPr>
        <dsp:cNvPr id="0" name=""/>
        <dsp:cNvSpPr/>
      </dsp:nvSpPr>
      <dsp:spPr>
        <a:xfrm>
          <a:off x="47183" y="2438805"/>
          <a:ext cx="8444711" cy="237596"/>
        </a:xfrm>
        <a:prstGeom prst="leftRightArrow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612AA7-0C4C-48EB-8B56-C83E21CBFEE8}">
      <dsp:nvSpPr>
        <dsp:cNvPr id="0" name=""/>
        <dsp:cNvSpPr/>
      </dsp:nvSpPr>
      <dsp:spPr>
        <a:xfrm>
          <a:off x="4045217" y="1982420"/>
          <a:ext cx="1030705" cy="10307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Applications of Computers</a:t>
          </a:r>
        </a:p>
      </dsp:txBody>
      <dsp:txXfrm>
        <a:off x="4196160" y="2133363"/>
        <a:ext cx="728819" cy="728819"/>
      </dsp:txXfrm>
    </dsp:sp>
    <dsp:sp modelId="{8505F7A1-7217-4149-BAFC-D1F5A8F91AF0}">
      <dsp:nvSpPr>
        <dsp:cNvPr id="0" name=""/>
        <dsp:cNvSpPr/>
      </dsp:nvSpPr>
      <dsp:spPr>
        <a:xfrm rot="16200000">
          <a:off x="4094708" y="1506389"/>
          <a:ext cx="931722" cy="20340"/>
        </a:xfrm>
        <a:custGeom>
          <a:avLst/>
          <a:gdLst/>
          <a:ahLst/>
          <a:cxnLst/>
          <a:rect l="0" t="0" r="0" b="0"/>
          <a:pathLst>
            <a:path>
              <a:moveTo>
                <a:pt x="0" y="10170"/>
              </a:moveTo>
              <a:lnTo>
                <a:pt x="931722" y="101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537276" y="1493266"/>
        <a:ext cx="46586" cy="46586"/>
      </dsp:txXfrm>
    </dsp:sp>
    <dsp:sp modelId="{093F1B7C-1D39-4838-8EAF-CFC51A3468A3}">
      <dsp:nvSpPr>
        <dsp:cNvPr id="0" name=""/>
        <dsp:cNvSpPr/>
      </dsp:nvSpPr>
      <dsp:spPr>
        <a:xfrm>
          <a:off x="4045217" y="19992"/>
          <a:ext cx="1030705" cy="10307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Education</a:t>
          </a:r>
        </a:p>
      </dsp:txBody>
      <dsp:txXfrm>
        <a:off x="4196160" y="170935"/>
        <a:ext cx="728819" cy="728819"/>
      </dsp:txXfrm>
    </dsp:sp>
    <dsp:sp modelId="{311C9070-9EFC-402D-B269-90E7EDC60D6F}">
      <dsp:nvSpPr>
        <dsp:cNvPr id="0" name=""/>
        <dsp:cNvSpPr/>
      </dsp:nvSpPr>
      <dsp:spPr>
        <a:xfrm rot="18600000">
          <a:off x="4725421" y="1735949"/>
          <a:ext cx="931722" cy="20340"/>
        </a:xfrm>
        <a:custGeom>
          <a:avLst/>
          <a:gdLst/>
          <a:ahLst/>
          <a:cxnLst/>
          <a:rect l="0" t="0" r="0" b="0"/>
          <a:pathLst>
            <a:path>
              <a:moveTo>
                <a:pt x="0" y="10170"/>
              </a:moveTo>
              <a:lnTo>
                <a:pt x="931722" y="101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167988" y="1722826"/>
        <a:ext cx="46586" cy="46586"/>
      </dsp:txXfrm>
    </dsp:sp>
    <dsp:sp modelId="{885B6873-9787-4393-BEC5-69401147908C}">
      <dsp:nvSpPr>
        <dsp:cNvPr id="0" name=""/>
        <dsp:cNvSpPr/>
      </dsp:nvSpPr>
      <dsp:spPr>
        <a:xfrm>
          <a:off x="5306641" y="479113"/>
          <a:ext cx="1030705" cy="10307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Banking</a:t>
          </a:r>
        </a:p>
      </dsp:txBody>
      <dsp:txXfrm>
        <a:off x="5457584" y="630056"/>
        <a:ext cx="728819" cy="728819"/>
      </dsp:txXfrm>
    </dsp:sp>
    <dsp:sp modelId="{C77C27EA-9B5C-4D5E-942C-7347069204BA}">
      <dsp:nvSpPr>
        <dsp:cNvPr id="0" name=""/>
        <dsp:cNvSpPr/>
      </dsp:nvSpPr>
      <dsp:spPr>
        <a:xfrm rot="21000000">
          <a:off x="5061015" y="2317216"/>
          <a:ext cx="931722" cy="20340"/>
        </a:xfrm>
        <a:custGeom>
          <a:avLst/>
          <a:gdLst/>
          <a:ahLst/>
          <a:cxnLst/>
          <a:rect l="0" t="0" r="0" b="0"/>
          <a:pathLst>
            <a:path>
              <a:moveTo>
                <a:pt x="0" y="10170"/>
              </a:moveTo>
              <a:lnTo>
                <a:pt x="931722" y="101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503583" y="2304093"/>
        <a:ext cx="46586" cy="46586"/>
      </dsp:txXfrm>
    </dsp:sp>
    <dsp:sp modelId="{EBD84639-A68F-462E-9645-80A5387595CD}">
      <dsp:nvSpPr>
        <dsp:cNvPr id="0" name=""/>
        <dsp:cNvSpPr/>
      </dsp:nvSpPr>
      <dsp:spPr>
        <a:xfrm>
          <a:off x="5977831" y="1641648"/>
          <a:ext cx="1030705" cy="10307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Business</a:t>
          </a:r>
        </a:p>
      </dsp:txBody>
      <dsp:txXfrm>
        <a:off x="6128774" y="1792591"/>
        <a:ext cx="728819" cy="728819"/>
      </dsp:txXfrm>
    </dsp:sp>
    <dsp:sp modelId="{1276610D-166E-48C9-8244-44C2832CCEBE}">
      <dsp:nvSpPr>
        <dsp:cNvPr id="0" name=""/>
        <dsp:cNvSpPr/>
      </dsp:nvSpPr>
      <dsp:spPr>
        <a:xfrm rot="1800000">
          <a:off x="4944465" y="2978209"/>
          <a:ext cx="931722" cy="20340"/>
        </a:xfrm>
        <a:custGeom>
          <a:avLst/>
          <a:gdLst/>
          <a:ahLst/>
          <a:cxnLst/>
          <a:rect l="0" t="0" r="0" b="0"/>
          <a:pathLst>
            <a:path>
              <a:moveTo>
                <a:pt x="0" y="10170"/>
              </a:moveTo>
              <a:lnTo>
                <a:pt x="931722" y="101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387032" y="2965086"/>
        <a:ext cx="46586" cy="46586"/>
      </dsp:txXfrm>
    </dsp:sp>
    <dsp:sp modelId="{B5247734-1A3C-4CE4-AA04-C70664AE9A71}">
      <dsp:nvSpPr>
        <dsp:cNvPr id="0" name=""/>
        <dsp:cNvSpPr/>
      </dsp:nvSpPr>
      <dsp:spPr>
        <a:xfrm>
          <a:off x="5744729" y="2963633"/>
          <a:ext cx="1030705" cy="10307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Entertainment</a:t>
          </a:r>
        </a:p>
      </dsp:txBody>
      <dsp:txXfrm>
        <a:off x="5895672" y="3114576"/>
        <a:ext cx="728819" cy="728819"/>
      </dsp:txXfrm>
    </dsp:sp>
    <dsp:sp modelId="{DE816FD9-30F2-4D7B-BF5B-5CCF1016A6DD}">
      <dsp:nvSpPr>
        <dsp:cNvPr id="0" name=""/>
        <dsp:cNvSpPr/>
      </dsp:nvSpPr>
      <dsp:spPr>
        <a:xfrm rot="4200000">
          <a:off x="4430303" y="3409642"/>
          <a:ext cx="931722" cy="20340"/>
        </a:xfrm>
        <a:custGeom>
          <a:avLst/>
          <a:gdLst/>
          <a:ahLst/>
          <a:cxnLst/>
          <a:rect l="0" t="0" r="0" b="0"/>
          <a:pathLst>
            <a:path>
              <a:moveTo>
                <a:pt x="0" y="10170"/>
              </a:moveTo>
              <a:lnTo>
                <a:pt x="931722" y="101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872871" y="3396519"/>
        <a:ext cx="46586" cy="46586"/>
      </dsp:txXfrm>
    </dsp:sp>
    <dsp:sp modelId="{817DB4E6-181C-4A8B-A92F-7FA5166FBDE6}">
      <dsp:nvSpPr>
        <dsp:cNvPr id="0" name=""/>
        <dsp:cNvSpPr/>
      </dsp:nvSpPr>
      <dsp:spPr>
        <a:xfrm>
          <a:off x="4716407" y="3826498"/>
          <a:ext cx="1030705" cy="10307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Scientific Research</a:t>
          </a:r>
        </a:p>
      </dsp:txBody>
      <dsp:txXfrm>
        <a:off x="4867350" y="3977441"/>
        <a:ext cx="728819" cy="728819"/>
      </dsp:txXfrm>
    </dsp:sp>
    <dsp:sp modelId="{089F8232-9FF1-457A-A1AA-3299398D5EE1}">
      <dsp:nvSpPr>
        <dsp:cNvPr id="0" name=""/>
        <dsp:cNvSpPr/>
      </dsp:nvSpPr>
      <dsp:spPr>
        <a:xfrm rot="6600000">
          <a:off x="3759114" y="3409642"/>
          <a:ext cx="931722" cy="20340"/>
        </a:xfrm>
        <a:custGeom>
          <a:avLst/>
          <a:gdLst/>
          <a:ahLst/>
          <a:cxnLst/>
          <a:rect l="0" t="0" r="0" b="0"/>
          <a:pathLst>
            <a:path>
              <a:moveTo>
                <a:pt x="0" y="10170"/>
              </a:moveTo>
              <a:lnTo>
                <a:pt x="931722" y="101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 rot="10800000">
        <a:off x="4201682" y="3396519"/>
        <a:ext cx="46586" cy="46586"/>
      </dsp:txXfrm>
    </dsp:sp>
    <dsp:sp modelId="{C7740B92-117E-47D9-A618-D72943542EE0}">
      <dsp:nvSpPr>
        <dsp:cNvPr id="0" name=""/>
        <dsp:cNvSpPr/>
      </dsp:nvSpPr>
      <dsp:spPr>
        <a:xfrm>
          <a:off x="3374027" y="3826498"/>
          <a:ext cx="1030705" cy="10307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Communication</a:t>
          </a:r>
        </a:p>
      </dsp:txBody>
      <dsp:txXfrm>
        <a:off x="3524970" y="3977441"/>
        <a:ext cx="728819" cy="728819"/>
      </dsp:txXfrm>
    </dsp:sp>
    <dsp:sp modelId="{EEC59729-FFAB-4E94-84C6-04B1E21D66C0}">
      <dsp:nvSpPr>
        <dsp:cNvPr id="0" name=""/>
        <dsp:cNvSpPr/>
      </dsp:nvSpPr>
      <dsp:spPr>
        <a:xfrm rot="9000000">
          <a:off x="3244952" y="2978209"/>
          <a:ext cx="931722" cy="20340"/>
        </a:xfrm>
        <a:custGeom>
          <a:avLst/>
          <a:gdLst/>
          <a:ahLst/>
          <a:cxnLst/>
          <a:rect l="0" t="0" r="0" b="0"/>
          <a:pathLst>
            <a:path>
              <a:moveTo>
                <a:pt x="0" y="10170"/>
              </a:moveTo>
              <a:lnTo>
                <a:pt x="931722" y="101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 rot="10800000">
        <a:off x="3687520" y="2965086"/>
        <a:ext cx="46586" cy="46586"/>
      </dsp:txXfrm>
    </dsp:sp>
    <dsp:sp modelId="{187836D5-A234-4A00-9516-34F44D2EEF0F}">
      <dsp:nvSpPr>
        <dsp:cNvPr id="0" name=""/>
        <dsp:cNvSpPr/>
      </dsp:nvSpPr>
      <dsp:spPr>
        <a:xfrm>
          <a:off x="2345705" y="2963633"/>
          <a:ext cx="1030705" cy="10307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Sales and finance</a:t>
          </a:r>
        </a:p>
      </dsp:txBody>
      <dsp:txXfrm>
        <a:off x="2496648" y="3114576"/>
        <a:ext cx="728819" cy="728819"/>
      </dsp:txXfrm>
    </dsp:sp>
    <dsp:sp modelId="{6ECDC342-DB24-4EAC-BE9C-B47B7B5FD59A}">
      <dsp:nvSpPr>
        <dsp:cNvPr id="0" name=""/>
        <dsp:cNvSpPr/>
      </dsp:nvSpPr>
      <dsp:spPr>
        <a:xfrm rot="11436936">
          <a:off x="3148207" y="2308509"/>
          <a:ext cx="913648" cy="20340"/>
        </a:xfrm>
        <a:custGeom>
          <a:avLst/>
          <a:gdLst/>
          <a:ahLst/>
          <a:cxnLst/>
          <a:rect l="0" t="0" r="0" b="0"/>
          <a:pathLst>
            <a:path>
              <a:moveTo>
                <a:pt x="0" y="10170"/>
              </a:moveTo>
              <a:lnTo>
                <a:pt x="913648" y="101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 rot="10800000">
        <a:off x="3582190" y="2295838"/>
        <a:ext cx="45682" cy="45682"/>
      </dsp:txXfrm>
    </dsp:sp>
    <dsp:sp modelId="{DB2A07CA-6B73-4B0A-8292-96A3F96CA6E8}">
      <dsp:nvSpPr>
        <dsp:cNvPr id="0" name=""/>
        <dsp:cNvSpPr/>
      </dsp:nvSpPr>
      <dsp:spPr>
        <a:xfrm>
          <a:off x="2134140" y="1624233"/>
          <a:ext cx="1030705" cy="10307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Agriculture</a:t>
          </a:r>
        </a:p>
      </dsp:txBody>
      <dsp:txXfrm>
        <a:off x="2285083" y="1775176"/>
        <a:ext cx="728819" cy="728819"/>
      </dsp:txXfrm>
    </dsp:sp>
    <dsp:sp modelId="{39636701-422D-4302-87BD-D3CA603BE767}">
      <dsp:nvSpPr>
        <dsp:cNvPr id="0" name=""/>
        <dsp:cNvSpPr/>
      </dsp:nvSpPr>
      <dsp:spPr>
        <a:xfrm rot="13800000">
          <a:off x="3463996" y="1735949"/>
          <a:ext cx="931722" cy="20340"/>
        </a:xfrm>
        <a:custGeom>
          <a:avLst/>
          <a:gdLst/>
          <a:ahLst/>
          <a:cxnLst/>
          <a:rect l="0" t="0" r="0" b="0"/>
          <a:pathLst>
            <a:path>
              <a:moveTo>
                <a:pt x="0" y="10170"/>
              </a:moveTo>
              <a:lnTo>
                <a:pt x="931722" y="1017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 rot="10800000">
        <a:off x="3906564" y="1722826"/>
        <a:ext cx="46586" cy="46586"/>
      </dsp:txXfrm>
    </dsp:sp>
    <dsp:sp modelId="{58B23C4C-0B09-4E2D-B7B5-F1A96C8FE32A}">
      <dsp:nvSpPr>
        <dsp:cNvPr id="0" name=""/>
        <dsp:cNvSpPr/>
      </dsp:nvSpPr>
      <dsp:spPr>
        <a:xfrm>
          <a:off x="2783793" y="479113"/>
          <a:ext cx="1030705" cy="10307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Medical</a:t>
          </a:r>
        </a:p>
      </dsp:txBody>
      <dsp:txXfrm>
        <a:off x="2934736" y="630056"/>
        <a:ext cx="728819" cy="728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hyperlink" Target="http://bit.ly/2TtBDfr" TargetMode="Externa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freepik.es/foto-gratis/macho-angulo-casco-realidad-virtual_7133530.htm" TargetMode="External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30000"/>
          </a:blip>
          <a:srcRect r="33311" b="25009"/>
          <a:stretch/>
        </p:blipFill>
        <p:spPr>
          <a:xfrm>
            <a:off x="-1" y="711"/>
            <a:ext cx="12192000" cy="685729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25200" y="1687917"/>
            <a:ext cx="4983200" cy="29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600"/>
              <a:buNone/>
              <a:defRPr sz="8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25200" y="4420884"/>
            <a:ext cx="4983200" cy="5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81753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 amt="30000"/>
          </a:blip>
          <a:srcRect r="33311" b="25009"/>
          <a:stretch/>
        </p:blipFill>
        <p:spPr>
          <a:xfrm>
            <a:off x="-1" y="711"/>
            <a:ext cx="12192000" cy="685729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960000" y="3232217"/>
            <a:ext cx="102720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960000" y="2109817"/>
            <a:ext cx="42012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960000" y="4110184"/>
            <a:ext cx="5813600" cy="63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552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accent6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2">
            <a:alphaModFix amt="70000"/>
          </a:blip>
          <a:srcRect r="33311" b="25009"/>
          <a:stretch/>
        </p:blipFill>
        <p:spPr>
          <a:xfrm>
            <a:off x="-1" y="711"/>
            <a:ext cx="12192000" cy="685729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960000" y="1489067"/>
            <a:ext cx="10272000" cy="46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533"/>
            </a:lvl1pPr>
            <a:lvl2pPr marL="1219170" lvl="1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851867" y="510133"/>
            <a:ext cx="10285200" cy="6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9524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solidFill>
          <a:schemeClr val="accent6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 rotWithShape="1">
          <a:blip r:embed="rId2">
            <a:alphaModFix amt="70000"/>
          </a:blip>
          <a:srcRect r="33311" b="25009"/>
          <a:stretch/>
        </p:blipFill>
        <p:spPr>
          <a:xfrm>
            <a:off x="-1" y="711"/>
            <a:ext cx="12192000" cy="685729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1763751" y="3567267"/>
            <a:ext cx="3876800" cy="4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6636917" y="3567267"/>
            <a:ext cx="3876800" cy="48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1373784" y="4054633"/>
            <a:ext cx="4656800" cy="15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6332233" y="4054633"/>
            <a:ext cx="4486000" cy="15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851867" y="510133"/>
            <a:ext cx="10285200" cy="6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76741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solidFill>
          <a:schemeClr val="accent6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 amt="70000"/>
          </a:blip>
          <a:srcRect r="33311" b="25009"/>
          <a:stretch/>
        </p:blipFill>
        <p:spPr>
          <a:xfrm>
            <a:off x="-1" y="711"/>
            <a:ext cx="12192000" cy="685729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51867" y="510133"/>
            <a:ext cx="10285200" cy="6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29065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accent6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 amt="70000"/>
          </a:blip>
          <a:srcRect r="33311" b="25009"/>
          <a:stretch/>
        </p:blipFill>
        <p:spPr>
          <a:xfrm>
            <a:off x="-1" y="344"/>
            <a:ext cx="12192000" cy="685729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960000" y="2315051"/>
            <a:ext cx="5381600" cy="32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51867" y="1288551"/>
            <a:ext cx="10285200" cy="6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93119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/>
          <p:cNvPicPr preferRelativeResize="0"/>
          <p:nvPr/>
        </p:nvPicPr>
        <p:blipFill rotWithShape="1">
          <a:blip r:embed="rId2">
            <a:alphaModFix amt="30000"/>
          </a:blip>
          <a:srcRect r="33311" b="25009"/>
          <a:stretch/>
        </p:blipFill>
        <p:spPr>
          <a:xfrm>
            <a:off x="-1" y="711"/>
            <a:ext cx="12192000" cy="685729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1850800" y="1776467"/>
            <a:ext cx="8490400" cy="12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62339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/>
          <p:cNvPicPr preferRelativeResize="0"/>
          <p:nvPr/>
        </p:nvPicPr>
        <p:blipFill rotWithShape="1">
          <a:blip r:embed="rId2">
            <a:alphaModFix amt="30000"/>
          </a:blip>
          <a:srcRect r="33311" b="25009"/>
          <a:stretch/>
        </p:blipFill>
        <p:spPr>
          <a:xfrm>
            <a:off x="-1" y="711"/>
            <a:ext cx="12192000" cy="685729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960000" y="1099497"/>
            <a:ext cx="102720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988733" y="2120167"/>
            <a:ext cx="6214800" cy="13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dchasan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dchasan"/>
              <a:buNone/>
              <a:defRPr>
                <a:latin typeface="Kodchasan"/>
                <a:ea typeface="Kodchasan"/>
                <a:cs typeface="Kodchasan"/>
                <a:sym typeface="Kodchasan"/>
              </a:defRPr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Kodchasan"/>
              <a:buNone/>
              <a:defRPr>
                <a:latin typeface="Kodchasan"/>
                <a:ea typeface="Kodchasan"/>
                <a:cs typeface="Kodchasan"/>
                <a:sym typeface="Kodchasan"/>
              </a:defRPr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Kodchasan"/>
              <a:buNone/>
              <a:defRPr>
                <a:latin typeface="Kodchasan"/>
                <a:ea typeface="Kodchasan"/>
                <a:cs typeface="Kodchasan"/>
                <a:sym typeface="Kodchasan"/>
              </a:defRPr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Kodchasan"/>
              <a:buNone/>
              <a:defRPr>
                <a:latin typeface="Kodchasan"/>
                <a:ea typeface="Kodchasan"/>
                <a:cs typeface="Kodchasan"/>
                <a:sym typeface="Kodchasan"/>
              </a:defRPr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Kodchasan"/>
              <a:buNone/>
              <a:defRPr>
                <a:latin typeface="Kodchasan"/>
                <a:ea typeface="Kodchasan"/>
                <a:cs typeface="Kodchasan"/>
                <a:sym typeface="Kodchasan"/>
              </a:defRPr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Kodchasan"/>
              <a:buNone/>
              <a:defRPr>
                <a:latin typeface="Kodchasan"/>
                <a:ea typeface="Kodchasan"/>
                <a:cs typeface="Kodchasan"/>
                <a:sym typeface="Kodchasan"/>
              </a:defRPr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Font typeface="Kodchasan"/>
              <a:buNone/>
              <a:defRPr>
                <a:latin typeface="Kodchasan"/>
                <a:ea typeface="Kodchasan"/>
                <a:cs typeface="Kodchasan"/>
                <a:sym typeface="Kodchasan"/>
              </a:defRPr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Font typeface="Kodchasan"/>
              <a:buNone/>
              <a:defRPr>
                <a:latin typeface="Kodchasan"/>
                <a:ea typeface="Kodchasan"/>
                <a:cs typeface="Kodchasan"/>
                <a:sym typeface="Kodchasan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7603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329CF2">
                  <a:alpha val="43137"/>
                </a:srgbClr>
              </a:gs>
              <a:gs pos="100000">
                <a:srgbClr val="329CF2">
                  <a:alpha val="43137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960000" y="51808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 sz="5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3276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 amt="30000"/>
          </a:blip>
          <a:srcRect r="33311" b="25009"/>
          <a:stretch/>
        </p:blipFill>
        <p:spPr>
          <a:xfrm>
            <a:off x="-1" y="711"/>
            <a:ext cx="12192000" cy="685729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1712000" y="883600"/>
            <a:ext cx="8768000" cy="20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1712000" y="2634700"/>
            <a:ext cx="87680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1094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302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solidFill>
          <a:schemeClr val="accent6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 amt="70000"/>
          </a:blip>
          <a:srcRect r="33311" b="25009"/>
          <a:stretch/>
        </p:blipFill>
        <p:spPr>
          <a:xfrm>
            <a:off x="-1" y="711"/>
            <a:ext cx="12192000" cy="685729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title" hasCustomPrompt="1"/>
          </p:nvPr>
        </p:nvSpPr>
        <p:spPr>
          <a:xfrm>
            <a:off x="858400" y="1808933"/>
            <a:ext cx="1700400" cy="4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858400" y="2770015"/>
            <a:ext cx="31152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2" hasCustomPrompt="1"/>
          </p:nvPr>
        </p:nvSpPr>
        <p:spPr>
          <a:xfrm>
            <a:off x="4436800" y="1808933"/>
            <a:ext cx="1700400" cy="45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3"/>
          </p:nvPr>
        </p:nvSpPr>
        <p:spPr>
          <a:xfrm>
            <a:off x="4436800" y="2770015"/>
            <a:ext cx="31152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4" hasCustomPrompt="1"/>
          </p:nvPr>
        </p:nvSpPr>
        <p:spPr>
          <a:xfrm>
            <a:off x="858400" y="4202833"/>
            <a:ext cx="1700400" cy="5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5"/>
          </p:nvPr>
        </p:nvSpPr>
        <p:spPr>
          <a:xfrm>
            <a:off x="858400" y="5184304"/>
            <a:ext cx="31152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6" hasCustomPrompt="1"/>
          </p:nvPr>
        </p:nvSpPr>
        <p:spPr>
          <a:xfrm>
            <a:off x="4436800" y="4202833"/>
            <a:ext cx="1700400" cy="5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7"/>
          </p:nvPr>
        </p:nvSpPr>
        <p:spPr>
          <a:xfrm>
            <a:off x="4436800" y="5184304"/>
            <a:ext cx="31152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8"/>
          </p:nvPr>
        </p:nvSpPr>
        <p:spPr>
          <a:xfrm>
            <a:off x="851867" y="2330067"/>
            <a:ext cx="3176800" cy="45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9"/>
          </p:nvPr>
        </p:nvSpPr>
        <p:spPr>
          <a:xfrm>
            <a:off x="4436800" y="2330067"/>
            <a:ext cx="2699200" cy="45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3"/>
          </p:nvPr>
        </p:nvSpPr>
        <p:spPr>
          <a:xfrm>
            <a:off x="851867" y="4720567"/>
            <a:ext cx="2699200" cy="45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4"/>
          </p:nvPr>
        </p:nvSpPr>
        <p:spPr>
          <a:xfrm>
            <a:off x="4436800" y="4720567"/>
            <a:ext cx="3392400" cy="45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15"/>
          </p:nvPr>
        </p:nvSpPr>
        <p:spPr>
          <a:xfrm>
            <a:off x="851867" y="510133"/>
            <a:ext cx="10386800" cy="6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61578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bg>
      <p:bgPr>
        <a:solidFill>
          <a:schemeClr val="accent6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 rotWithShape="1">
          <a:blip r:embed="rId2">
            <a:alphaModFix amt="70000"/>
          </a:blip>
          <a:srcRect r="33311" b="25009"/>
          <a:stretch/>
        </p:blipFill>
        <p:spPr>
          <a:xfrm>
            <a:off x="-1" y="711"/>
            <a:ext cx="12192000" cy="685729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>
            <a:spLocks noGrp="1"/>
          </p:cNvSpPr>
          <p:nvPr>
            <p:ph type="subTitle" idx="1"/>
          </p:nvPr>
        </p:nvSpPr>
        <p:spPr>
          <a:xfrm>
            <a:off x="960000" y="3384484"/>
            <a:ext cx="3876800" cy="11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851867" y="2277917"/>
            <a:ext cx="10285200" cy="64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34728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solidFill>
          <a:schemeClr val="accent6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2">
            <a:alphaModFix amt="70000"/>
          </a:blip>
          <a:srcRect r="33311" b="25009"/>
          <a:stretch/>
        </p:blipFill>
        <p:spPr>
          <a:xfrm>
            <a:off x="-1" y="711"/>
            <a:ext cx="12192000" cy="685729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>
            <a:spLocks noGrp="1"/>
          </p:cNvSpPr>
          <p:nvPr>
            <p:ph type="subTitle" idx="1"/>
          </p:nvPr>
        </p:nvSpPr>
        <p:spPr>
          <a:xfrm>
            <a:off x="960000" y="3562651"/>
            <a:ext cx="3115200" cy="49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2"/>
          </p:nvPr>
        </p:nvSpPr>
        <p:spPr>
          <a:xfrm>
            <a:off x="960000" y="4055875"/>
            <a:ext cx="31152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3"/>
          </p:nvPr>
        </p:nvSpPr>
        <p:spPr>
          <a:xfrm>
            <a:off x="4569117" y="4055875"/>
            <a:ext cx="31152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ubTitle" idx="4"/>
          </p:nvPr>
        </p:nvSpPr>
        <p:spPr>
          <a:xfrm>
            <a:off x="8147517" y="4055875"/>
            <a:ext cx="31152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subTitle" idx="5"/>
          </p:nvPr>
        </p:nvSpPr>
        <p:spPr>
          <a:xfrm>
            <a:off x="4569117" y="3562651"/>
            <a:ext cx="3115200" cy="49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ubTitle" idx="6"/>
          </p:nvPr>
        </p:nvSpPr>
        <p:spPr>
          <a:xfrm>
            <a:off x="8147517" y="3562651"/>
            <a:ext cx="3115200" cy="49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851867" y="510133"/>
            <a:ext cx="10285200" cy="6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31008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accent6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 rotWithShape="1">
          <a:blip r:embed="rId2">
            <a:alphaModFix amt="70000"/>
          </a:blip>
          <a:srcRect r="33311" b="25009"/>
          <a:stretch/>
        </p:blipFill>
        <p:spPr>
          <a:xfrm>
            <a:off x="-1" y="711"/>
            <a:ext cx="12192000" cy="685729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>
            <a:spLocks noGrp="1"/>
          </p:cNvSpPr>
          <p:nvPr>
            <p:ph type="subTitle" idx="1"/>
          </p:nvPr>
        </p:nvSpPr>
        <p:spPr>
          <a:xfrm>
            <a:off x="960000" y="2888236"/>
            <a:ext cx="3115200" cy="5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subTitle" idx="2"/>
          </p:nvPr>
        </p:nvSpPr>
        <p:spPr>
          <a:xfrm>
            <a:off x="4538400" y="2888236"/>
            <a:ext cx="3115200" cy="5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ubTitle" idx="3"/>
          </p:nvPr>
        </p:nvSpPr>
        <p:spPr>
          <a:xfrm>
            <a:off x="8116800" y="2888236"/>
            <a:ext cx="3115200" cy="5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ubTitle" idx="4"/>
          </p:nvPr>
        </p:nvSpPr>
        <p:spPr>
          <a:xfrm>
            <a:off x="960000" y="5399200"/>
            <a:ext cx="3115200" cy="5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subTitle" idx="5"/>
          </p:nvPr>
        </p:nvSpPr>
        <p:spPr>
          <a:xfrm>
            <a:off x="4538400" y="5399200"/>
            <a:ext cx="3115200" cy="5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ubTitle" idx="6"/>
          </p:nvPr>
        </p:nvSpPr>
        <p:spPr>
          <a:xfrm>
            <a:off x="8116800" y="5399200"/>
            <a:ext cx="3115200" cy="58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ubTitle" idx="7"/>
          </p:nvPr>
        </p:nvSpPr>
        <p:spPr>
          <a:xfrm>
            <a:off x="953467" y="2415551"/>
            <a:ext cx="3115200" cy="44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subTitle" idx="8"/>
          </p:nvPr>
        </p:nvSpPr>
        <p:spPr>
          <a:xfrm>
            <a:off x="4538400" y="2415551"/>
            <a:ext cx="3115200" cy="44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ubTitle" idx="9"/>
          </p:nvPr>
        </p:nvSpPr>
        <p:spPr>
          <a:xfrm>
            <a:off x="8123333" y="2415551"/>
            <a:ext cx="3115200" cy="44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subTitle" idx="13"/>
          </p:nvPr>
        </p:nvSpPr>
        <p:spPr>
          <a:xfrm>
            <a:off x="953467" y="4953200"/>
            <a:ext cx="3115200" cy="44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subTitle" idx="14"/>
          </p:nvPr>
        </p:nvSpPr>
        <p:spPr>
          <a:xfrm>
            <a:off x="4538400" y="4953200"/>
            <a:ext cx="3115200" cy="44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subTitle" idx="15"/>
          </p:nvPr>
        </p:nvSpPr>
        <p:spPr>
          <a:xfrm>
            <a:off x="8123333" y="4953200"/>
            <a:ext cx="3115200" cy="44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Oswald"/>
              <a:buNone/>
              <a:defRPr sz="3200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851867" y="510133"/>
            <a:ext cx="10285200" cy="6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400"/>
              <a:buFont typeface="Oswald"/>
              <a:buNone/>
              <a:defRPr sz="4533">
                <a:solidFill>
                  <a:schemeClr val="accent3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25316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>
            <a:spLocks noGrp="1"/>
          </p:cNvSpPr>
          <p:nvPr>
            <p:ph type="title" hasCustomPrompt="1"/>
          </p:nvPr>
        </p:nvSpPr>
        <p:spPr>
          <a:xfrm>
            <a:off x="1712000" y="3924284"/>
            <a:ext cx="8768000" cy="11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2">
            <a:alphaModFix amt="30000"/>
          </a:blip>
          <a:srcRect r="33311" b="25009"/>
          <a:stretch/>
        </p:blipFill>
        <p:spPr>
          <a:xfrm>
            <a:off x="-1" y="711"/>
            <a:ext cx="12192000" cy="685729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>
            <a:spLocks noGrp="1"/>
          </p:cNvSpPr>
          <p:nvPr>
            <p:ph type="title" idx="2" hasCustomPrompt="1"/>
          </p:nvPr>
        </p:nvSpPr>
        <p:spPr>
          <a:xfrm>
            <a:off x="1712000" y="1557267"/>
            <a:ext cx="8768000" cy="11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97" name="Google Shape;97;p17"/>
          <p:cNvSpPr txBox="1">
            <a:spLocks noGrp="1"/>
          </p:cNvSpPr>
          <p:nvPr>
            <p:ph type="subTitle" idx="1"/>
          </p:nvPr>
        </p:nvSpPr>
        <p:spPr>
          <a:xfrm>
            <a:off x="1712000" y="2498633"/>
            <a:ext cx="8768000" cy="5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ubTitle" idx="3"/>
          </p:nvPr>
        </p:nvSpPr>
        <p:spPr>
          <a:xfrm>
            <a:off x="1712000" y="4865651"/>
            <a:ext cx="8768000" cy="5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245029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8"/>
          <p:cNvPicPr preferRelativeResize="0"/>
          <p:nvPr/>
        </p:nvPicPr>
        <p:blipFill rotWithShape="1">
          <a:blip r:embed="rId2">
            <a:alphaModFix amt="30000"/>
          </a:blip>
          <a:srcRect r="33311" b="25009"/>
          <a:stretch/>
        </p:blipFill>
        <p:spPr>
          <a:xfrm>
            <a:off x="-1" y="711"/>
            <a:ext cx="12192000" cy="685729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 txBox="1">
            <a:spLocks noGrp="1"/>
          </p:cNvSpPr>
          <p:nvPr>
            <p:ph type="ctrTitle"/>
          </p:nvPr>
        </p:nvSpPr>
        <p:spPr>
          <a:xfrm>
            <a:off x="3239933" y="893100"/>
            <a:ext cx="5712000" cy="13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ubTitle" idx="1"/>
          </p:nvPr>
        </p:nvSpPr>
        <p:spPr>
          <a:xfrm>
            <a:off x="3233433" y="2047667"/>
            <a:ext cx="5725200" cy="185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ubTitle" idx="2"/>
          </p:nvPr>
        </p:nvSpPr>
        <p:spPr>
          <a:xfrm>
            <a:off x="3233333" y="5472000"/>
            <a:ext cx="5725200" cy="42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2684200" y="4833967"/>
            <a:ext cx="6823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CREDITS: This presentation template was created by </a:t>
            </a:r>
            <a:r>
              <a:rPr lang="en" sz="1333" b="1">
                <a:solidFill>
                  <a:schemeClr val="lt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and it includes icons by </a:t>
            </a:r>
            <a:r>
              <a:rPr lang="en" sz="1333" b="1">
                <a:solidFill>
                  <a:schemeClr val="lt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infographics &amp; images by </a:t>
            </a:r>
            <a:r>
              <a:rPr lang="en" sz="1333" b="1">
                <a:solidFill>
                  <a:schemeClr val="lt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333" b="1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and illustrations by </a:t>
            </a:r>
            <a:r>
              <a:rPr lang="en" sz="1333" b="1">
                <a:solidFill>
                  <a:schemeClr val="lt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Storyset</a:t>
            </a:r>
            <a:endParaRPr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8383724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AF9FE-A54B-4920-8C71-10987A59275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5037-012E-443D-8242-353310958F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8962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5729567" y="3140733"/>
            <a:ext cx="5732000" cy="8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5729567" y="1756213"/>
            <a:ext cx="5732000" cy="14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0"/>
              <a:buNone/>
              <a:defRPr sz="13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5729567" y="3867140"/>
            <a:ext cx="573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0" name="Google Shape;2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569" y="-668908"/>
            <a:ext cx="5070300" cy="457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4" y="2951659"/>
            <a:ext cx="5070300" cy="4574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47037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3115800" y="3723420"/>
            <a:ext cx="2780800" cy="15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2"/>
          </p:nvPr>
        </p:nvSpPr>
        <p:spPr>
          <a:xfrm>
            <a:off x="6295533" y="3709009"/>
            <a:ext cx="2780800" cy="15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ctrTitle"/>
          </p:nvPr>
        </p:nvSpPr>
        <p:spPr>
          <a:xfrm flipH="1">
            <a:off x="6295467" y="617007"/>
            <a:ext cx="4897600" cy="17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ctrTitle" idx="3"/>
          </p:nvPr>
        </p:nvSpPr>
        <p:spPr>
          <a:xfrm>
            <a:off x="2972417" y="3506568"/>
            <a:ext cx="3067600" cy="35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ctrTitle" idx="4"/>
          </p:nvPr>
        </p:nvSpPr>
        <p:spPr>
          <a:xfrm>
            <a:off x="6096000" y="3506568"/>
            <a:ext cx="3179600" cy="35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 rot="5400000">
            <a:off x="2733984" y="2665579"/>
            <a:ext cx="3544267" cy="3179733"/>
          </a:xfrm>
          <a:prstGeom prst="flowChartPreparation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7" name="Google Shape;37;p5"/>
          <p:cNvSpPr/>
          <p:nvPr/>
        </p:nvSpPr>
        <p:spPr>
          <a:xfrm rot="5400000">
            <a:off x="5913717" y="2665566"/>
            <a:ext cx="3544267" cy="3179733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9866142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0" name="Google Shape;40;p6"/>
          <p:cNvSpPr txBox="1">
            <a:spLocks noGrp="1"/>
          </p:cNvSpPr>
          <p:nvPr>
            <p:ph type="ctrTitle"/>
          </p:nvPr>
        </p:nvSpPr>
        <p:spPr>
          <a:xfrm flipH="1">
            <a:off x="720000" y="602983"/>
            <a:ext cx="10752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3067567" cy="2767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70922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9124434" y="4090133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7"/>
          <p:cNvSpPr txBox="1">
            <a:spLocks noGrp="1"/>
          </p:cNvSpPr>
          <p:nvPr>
            <p:ph type="ctrTitle"/>
          </p:nvPr>
        </p:nvSpPr>
        <p:spPr>
          <a:xfrm flipH="1">
            <a:off x="474133" y="2982000"/>
            <a:ext cx="5274800" cy="8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6433600" y="2305200"/>
            <a:ext cx="3320400" cy="22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48" name="Google Shape;48;p7"/>
          <p:cNvCxnSpPr/>
          <p:nvPr/>
        </p:nvCxnSpPr>
        <p:spPr>
          <a:xfrm>
            <a:off x="6096000" y="1637600"/>
            <a:ext cx="0" cy="3582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1223512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1" name="Google Shape;51;p8"/>
          <p:cNvSpPr txBox="1">
            <a:spLocks noGrp="1"/>
          </p:cNvSpPr>
          <p:nvPr>
            <p:ph type="subTitle" idx="1"/>
          </p:nvPr>
        </p:nvSpPr>
        <p:spPr>
          <a:xfrm>
            <a:off x="7237000" y="2426383"/>
            <a:ext cx="3810000" cy="6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ctrTitle"/>
          </p:nvPr>
        </p:nvSpPr>
        <p:spPr>
          <a:xfrm flipH="1">
            <a:off x="7237000" y="1308783"/>
            <a:ext cx="3810000" cy="11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67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53" name="Google Shape;53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02349" y="4082900"/>
            <a:ext cx="5070300" cy="457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91415" y="-1547500"/>
            <a:ext cx="5070300" cy="4574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05718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7" name="Google Shape;67;p10"/>
          <p:cNvSpPr txBox="1">
            <a:spLocks noGrp="1"/>
          </p:cNvSpPr>
          <p:nvPr>
            <p:ph type="ctrTitle"/>
          </p:nvPr>
        </p:nvSpPr>
        <p:spPr>
          <a:xfrm flipH="1">
            <a:off x="1583333" y="593367"/>
            <a:ext cx="9046000" cy="22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67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68" name="Google Shape;6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02349" y="4082900"/>
            <a:ext cx="5070300" cy="457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91415" y="-1547500"/>
            <a:ext cx="5070300" cy="4574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973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719999" y="1866753"/>
            <a:ext cx="10752000" cy="237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subTitle" idx="1"/>
          </p:nvPr>
        </p:nvSpPr>
        <p:spPr>
          <a:xfrm>
            <a:off x="716500" y="4313653"/>
            <a:ext cx="10755600" cy="5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2133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2133"/>
              </a:spcBef>
              <a:spcAft>
                <a:spcPts val="2133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74" name="Google Shape;7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260885" y="-462649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" y="4553055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39862" y="-926778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260885" y="5031805"/>
            <a:ext cx="3067567" cy="2767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18962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Table of contents 2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ctrTitle"/>
          </p:nvPr>
        </p:nvSpPr>
        <p:spPr>
          <a:xfrm>
            <a:off x="876304" y="2371447"/>
            <a:ext cx="2612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1"/>
          </p:nvPr>
        </p:nvSpPr>
        <p:spPr>
          <a:xfrm>
            <a:off x="876304" y="3003255"/>
            <a:ext cx="26124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ctrTitle" idx="2"/>
          </p:nvPr>
        </p:nvSpPr>
        <p:spPr>
          <a:xfrm>
            <a:off x="924848" y="4774579"/>
            <a:ext cx="25420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3"/>
          </p:nvPr>
        </p:nvSpPr>
        <p:spPr>
          <a:xfrm>
            <a:off x="924848" y="5381608"/>
            <a:ext cx="254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ctrTitle" idx="4"/>
          </p:nvPr>
        </p:nvSpPr>
        <p:spPr>
          <a:xfrm>
            <a:off x="4276709" y="2379704"/>
            <a:ext cx="2399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5"/>
          </p:nvPr>
        </p:nvSpPr>
        <p:spPr>
          <a:xfrm>
            <a:off x="4251109" y="3003249"/>
            <a:ext cx="24508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ctrTitle" idx="6"/>
          </p:nvPr>
        </p:nvSpPr>
        <p:spPr>
          <a:xfrm>
            <a:off x="4311373" y="4774579"/>
            <a:ext cx="23384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subTitle" idx="7"/>
          </p:nvPr>
        </p:nvSpPr>
        <p:spPr>
          <a:xfrm>
            <a:off x="4209573" y="5381608"/>
            <a:ext cx="254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ctrTitle" idx="8"/>
          </p:nvPr>
        </p:nvSpPr>
        <p:spPr>
          <a:xfrm>
            <a:off x="772600" y="535267"/>
            <a:ext cx="6124000" cy="12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title" idx="9" hasCustomPrompt="1"/>
          </p:nvPr>
        </p:nvSpPr>
        <p:spPr>
          <a:xfrm>
            <a:off x="911504" y="1810680"/>
            <a:ext cx="25420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3" hasCustomPrompt="1"/>
          </p:nvPr>
        </p:nvSpPr>
        <p:spPr>
          <a:xfrm>
            <a:off x="924848" y="4189024"/>
            <a:ext cx="25420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4" hasCustomPrompt="1"/>
          </p:nvPr>
        </p:nvSpPr>
        <p:spPr>
          <a:xfrm>
            <a:off x="4240909" y="1827200"/>
            <a:ext cx="24712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title" idx="15" hasCustomPrompt="1"/>
          </p:nvPr>
        </p:nvSpPr>
        <p:spPr>
          <a:xfrm>
            <a:off x="4311373" y="4189032"/>
            <a:ext cx="2338400" cy="77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121702" y="2927044"/>
            <a:ext cx="5070300" cy="457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121702" y="-643980"/>
            <a:ext cx="5070300" cy="457493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/>
          <p:nvPr/>
        </p:nvSpPr>
        <p:spPr>
          <a:xfrm>
            <a:off x="4056109" y="1685167"/>
            <a:ext cx="2840800" cy="2214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11" name="Google Shape;111;p14"/>
          <p:cNvSpPr/>
          <p:nvPr/>
        </p:nvSpPr>
        <p:spPr>
          <a:xfrm>
            <a:off x="775448" y="4049833"/>
            <a:ext cx="2840800" cy="2214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12" name="Google Shape;112;p14"/>
          <p:cNvSpPr/>
          <p:nvPr/>
        </p:nvSpPr>
        <p:spPr>
          <a:xfrm>
            <a:off x="772609" y="1685167"/>
            <a:ext cx="2840800" cy="2214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13" name="Google Shape;113;p14"/>
          <p:cNvSpPr/>
          <p:nvPr/>
        </p:nvSpPr>
        <p:spPr>
          <a:xfrm>
            <a:off x="4060173" y="4049833"/>
            <a:ext cx="2840800" cy="2214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7674101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Quote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3630607" y="4438933"/>
            <a:ext cx="49308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ctrTitle"/>
          </p:nvPr>
        </p:nvSpPr>
        <p:spPr>
          <a:xfrm>
            <a:off x="2280200" y="1770833"/>
            <a:ext cx="7631600" cy="2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4533"/>
              </a:spcBef>
              <a:spcAft>
                <a:spcPts val="0"/>
              </a:spcAft>
              <a:buSzPts val="36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17" name="Google Shape;117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439698" y="-540889"/>
            <a:ext cx="5070300" cy="457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985302" y="2816478"/>
            <a:ext cx="5070300" cy="4574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81364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2">
  <p:cSld name="Quote 2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015533" y="4175867"/>
            <a:ext cx="49572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ctrTitle"/>
          </p:nvPr>
        </p:nvSpPr>
        <p:spPr>
          <a:xfrm>
            <a:off x="6015533" y="1406167"/>
            <a:ext cx="4957200" cy="2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4533"/>
              </a:spcBef>
              <a:spcAft>
                <a:spcPts val="0"/>
              </a:spcAft>
              <a:buSzPts val="36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569" y="-668908"/>
            <a:ext cx="5070300" cy="457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4" y="2951659"/>
            <a:ext cx="5070300" cy="4574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71470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 number 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569" y="-668908"/>
            <a:ext cx="5070300" cy="457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4" y="2951659"/>
            <a:ext cx="5070300" cy="457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100147" y="-668757"/>
            <a:ext cx="5070300" cy="457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121702" y="2951810"/>
            <a:ext cx="5070300" cy="457493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>
            <a:spLocks noGrp="1"/>
          </p:cNvSpPr>
          <p:nvPr>
            <p:ph type="ctrTitle"/>
          </p:nvPr>
        </p:nvSpPr>
        <p:spPr>
          <a:xfrm>
            <a:off x="3230000" y="3131500"/>
            <a:ext cx="5732000" cy="8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title" idx="2" hasCustomPrompt="1"/>
          </p:nvPr>
        </p:nvSpPr>
        <p:spPr>
          <a:xfrm>
            <a:off x="3230000" y="1728000"/>
            <a:ext cx="5732000" cy="146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1"/>
          </p:nvPr>
        </p:nvSpPr>
        <p:spPr>
          <a:xfrm>
            <a:off x="3230000" y="3857900"/>
            <a:ext cx="573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28643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4562218" y="4864467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62218" y="-774334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>
            <a:spLocks noGrp="1"/>
          </p:cNvSpPr>
          <p:nvPr>
            <p:ph type="ctrTitle"/>
          </p:nvPr>
        </p:nvSpPr>
        <p:spPr>
          <a:xfrm flipH="1">
            <a:off x="3146200" y="1867533"/>
            <a:ext cx="5899600" cy="12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1"/>
          </p:nvPr>
        </p:nvSpPr>
        <p:spPr>
          <a:xfrm>
            <a:off x="3171600" y="3373340"/>
            <a:ext cx="5848800" cy="12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24707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>
            <a:spLocks noGrp="1"/>
          </p:cNvSpPr>
          <p:nvPr>
            <p:ph type="subTitle" idx="1"/>
          </p:nvPr>
        </p:nvSpPr>
        <p:spPr>
          <a:xfrm>
            <a:off x="1864933" y="3880400"/>
            <a:ext cx="4648000" cy="23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ctrTitle"/>
          </p:nvPr>
        </p:nvSpPr>
        <p:spPr>
          <a:xfrm flipH="1">
            <a:off x="1829933" y="2514800"/>
            <a:ext cx="4648000" cy="8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45" name="Google Shape;14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112434" y="2300634"/>
            <a:ext cx="5070300" cy="4574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22025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ctrTitle"/>
          </p:nvPr>
        </p:nvSpPr>
        <p:spPr>
          <a:xfrm>
            <a:off x="6967227" y="2470067"/>
            <a:ext cx="3953600" cy="8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subTitle" idx="1"/>
          </p:nvPr>
        </p:nvSpPr>
        <p:spPr>
          <a:xfrm>
            <a:off x="6990067" y="3531767"/>
            <a:ext cx="3907600" cy="16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49" name="Google Shape;14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8150201" y="4598334"/>
            <a:ext cx="5070300" cy="4574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89156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subTitle" idx="1"/>
          </p:nvPr>
        </p:nvSpPr>
        <p:spPr>
          <a:xfrm>
            <a:off x="6450933" y="1995473"/>
            <a:ext cx="4323600" cy="10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subTitle" idx="2"/>
          </p:nvPr>
        </p:nvSpPr>
        <p:spPr>
          <a:xfrm>
            <a:off x="6450933" y="5057297"/>
            <a:ext cx="4323600" cy="10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ctrTitle"/>
          </p:nvPr>
        </p:nvSpPr>
        <p:spPr>
          <a:xfrm flipH="1">
            <a:off x="609700" y="2575300"/>
            <a:ext cx="3833600" cy="17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type="ctrTitle" idx="3"/>
          </p:nvPr>
        </p:nvSpPr>
        <p:spPr>
          <a:xfrm>
            <a:off x="6450933" y="1782047"/>
            <a:ext cx="4323600" cy="35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5" name="Google Shape;155;p22"/>
          <p:cNvSpPr txBox="1">
            <a:spLocks noGrp="1"/>
          </p:cNvSpPr>
          <p:nvPr>
            <p:ph type="ctrTitle" idx="4"/>
          </p:nvPr>
        </p:nvSpPr>
        <p:spPr>
          <a:xfrm>
            <a:off x="6450933" y="4835881"/>
            <a:ext cx="4323600" cy="35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9566" y="-711200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9566" y="4733033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/>
          <p:nvPr/>
        </p:nvSpPr>
        <p:spPr>
          <a:xfrm>
            <a:off x="5635133" y="3670333"/>
            <a:ext cx="5960800" cy="2591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59" name="Google Shape;159;p22"/>
          <p:cNvSpPr/>
          <p:nvPr/>
        </p:nvSpPr>
        <p:spPr>
          <a:xfrm>
            <a:off x="5635133" y="589163"/>
            <a:ext cx="5960800" cy="2591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0138395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 text 5">
  <p:cSld name="Title and  text 5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>
            <a:spLocks noGrp="1"/>
          </p:cNvSpPr>
          <p:nvPr>
            <p:ph type="subTitle" idx="1"/>
          </p:nvPr>
        </p:nvSpPr>
        <p:spPr>
          <a:xfrm>
            <a:off x="5853400" y="3917600"/>
            <a:ext cx="4540000" cy="23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2" name="Google Shape;162;p23"/>
          <p:cNvSpPr txBox="1">
            <a:spLocks noGrp="1"/>
          </p:cNvSpPr>
          <p:nvPr>
            <p:ph type="ctrTitle"/>
          </p:nvPr>
        </p:nvSpPr>
        <p:spPr>
          <a:xfrm flipH="1">
            <a:off x="5486000" y="2673193"/>
            <a:ext cx="5274800" cy="10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6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63" name="Google Shape;16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098001" y="-1524733"/>
            <a:ext cx="6207501" cy="560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748611" y="3365067"/>
            <a:ext cx="5070300" cy="4574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25189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>
            <a:spLocks noGrp="1"/>
          </p:cNvSpPr>
          <p:nvPr>
            <p:ph type="ctrTitle"/>
          </p:nvPr>
        </p:nvSpPr>
        <p:spPr>
          <a:xfrm>
            <a:off x="609600" y="690557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ctrTitle" idx="2"/>
          </p:nvPr>
        </p:nvSpPr>
        <p:spPr>
          <a:xfrm>
            <a:off x="3666873" y="1989421"/>
            <a:ext cx="2093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subTitle" idx="1"/>
          </p:nvPr>
        </p:nvSpPr>
        <p:spPr>
          <a:xfrm>
            <a:off x="3666825" y="2923512"/>
            <a:ext cx="2093600" cy="4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4"/>
          <p:cNvSpPr txBox="1">
            <a:spLocks noGrp="1"/>
          </p:cNvSpPr>
          <p:nvPr>
            <p:ph type="ctrTitle" idx="3"/>
          </p:nvPr>
        </p:nvSpPr>
        <p:spPr>
          <a:xfrm>
            <a:off x="6400268" y="1996433"/>
            <a:ext cx="2093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0" name="Google Shape;170;p24"/>
          <p:cNvSpPr txBox="1">
            <a:spLocks noGrp="1"/>
          </p:cNvSpPr>
          <p:nvPr>
            <p:ph type="subTitle" idx="4"/>
          </p:nvPr>
        </p:nvSpPr>
        <p:spPr>
          <a:xfrm>
            <a:off x="6400220" y="2923512"/>
            <a:ext cx="2093600" cy="4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1" name="Google Shape;171;p24"/>
          <p:cNvSpPr txBox="1">
            <a:spLocks noGrp="1"/>
          </p:cNvSpPr>
          <p:nvPr>
            <p:ph type="ctrTitle" idx="5"/>
          </p:nvPr>
        </p:nvSpPr>
        <p:spPr>
          <a:xfrm>
            <a:off x="5059931" y="4292067"/>
            <a:ext cx="2093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subTitle" idx="6"/>
          </p:nvPr>
        </p:nvSpPr>
        <p:spPr>
          <a:xfrm>
            <a:off x="5004033" y="5214635"/>
            <a:ext cx="2205200" cy="4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73" name="Google Shape;173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24301" y="0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/>
          <p:nvPr/>
        </p:nvSpPr>
        <p:spPr>
          <a:xfrm rot="5400000">
            <a:off x="3379336" y="1454584"/>
            <a:ext cx="2668547" cy="2394067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75" name="Google Shape;175;p24"/>
          <p:cNvSpPr/>
          <p:nvPr/>
        </p:nvSpPr>
        <p:spPr>
          <a:xfrm rot="5400000">
            <a:off x="4754823" y="3709327"/>
            <a:ext cx="2668547" cy="2394067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76" name="Google Shape;176;p24"/>
          <p:cNvSpPr/>
          <p:nvPr/>
        </p:nvSpPr>
        <p:spPr>
          <a:xfrm rot="5400000">
            <a:off x="6112732" y="1454584"/>
            <a:ext cx="2668547" cy="2394067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350173" y="3545647"/>
            <a:ext cx="3904699" cy="35231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46809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>
            <a:spLocks noGrp="1"/>
          </p:cNvSpPr>
          <p:nvPr>
            <p:ph type="ctrTitle"/>
          </p:nvPr>
        </p:nvSpPr>
        <p:spPr>
          <a:xfrm>
            <a:off x="1656800" y="2441300"/>
            <a:ext cx="8878400" cy="8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9" name="Google Shape;219;p27"/>
          <p:cNvSpPr txBox="1">
            <a:spLocks noGrp="1"/>
          </p:cNvSpPr>
          <p:nvPr>
            <p:ph type="subTitle" idx="1"/>
          </p:nvPr>
        </p:nvSpPr>
        <p:spPr>
          <a:xfrm>
            <a:off x="4142233" y="3509891"/>
            <a:ext cx="3907600" cy="17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220" name="Google Shape;220;p27"/>
          <p:cNvCxnSpPr/>
          <p:nvPr/>
        </p:nvCxnSpPr>
        <p:spPr>
          <a:xfrm>
            <a:off x="4908200" y="3429000"/>
            <a:ext cx="2397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1" name="Google Shape;221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4" y="-1282841"/>
            <a:ext cx="5070300" cy="457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112434" y="3558167"/>
            <a:ext cx="5070300" cy="4574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26905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>
            <a:spLocks noGrp="1"/>
          </p:cNvSpPr>
          <p:nvPr>
            <p:ph type="ctrTitle"/>
          </p:nvPr>
        </p:nvSpPr>
        <p:spPr>
          <a:xfrm>
            <a:off x="1667567" y="2468567"/>
            <a:ext cx="8878400" cy="8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5" name="Google Shape;225;p28"/>
          <p:cNvSpPr txBox="1">
            <a:spLocks noGrp="1"/>
          </p:cNvSpPr>
          <p:nvPr>
            <p:ph type="subTitle" idx="1"/>
          </p:nvPr>
        </p:nvSpPr>
        <p:spPr>
          <a:xfrm>
            <a:off x="4153000" y="3520635"/>
            <a:ext cx="3907600" cy="8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226" name="Google Shape;226;p28"/>
          <p:cNvCxnSpPr/>
          <p:nvPr/>
        </p:nvCxnSpPr>
        <p:spPr>
          <a:xfrm>
            <a:off x="4908200" y="3429000"/>
            <a:ext cx="2397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7" name="Google Shape;22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34" y="2846592"/>
            <a:ext cx="5070300" cy="457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121714" y="-266841"/>
            <a:ext cx="5070300" cy="4574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50406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>
            <a:spLocks noGrp="1"/>
          </p:cNvSpPr>
          <p:nvPr>
            <p:ph type="ctrTitle"/>
          </p:nvPr>
        </p:nvSpPr>
        <p:spPr>
          <a:xfrm>
            <a:off x="1667567" y="3992567"/>
            <a:ext cx="8878400" cy="8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subTitle" idx="1"/>
          </p:nvPr>
        </p:nvSpPr>
        <p:spPr>
          <a:xfrm>
            <a:off x="4153000" y="4841435"/>
            <a:ext cx="3907600" cy="8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32" name="Google Shape;232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121715" y="0"/>
            <a:ext cx="5070300" cy="4574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867" y="0"/>
            <a:ext cx="5070300" cy="4574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62625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>
            <a:spLocks noGrp="1"/>
          </p:cNvSpPr>
          <p:nvPr>
            <p:ph type="title"/>
          </p:nvPr>
        </p:nvSpPr>
        <p:spPr>
          <a:xfrm>
            <a:off x="609600" y="604891"/>
            <a:ext cx="1097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236" name="Google Shape;236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24301" y="8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0"/>
          <p:cNvSpPr txBox="1">
            <a:spLocks noGrp="1"/>
          </p:cNvSpPr>
          <p:nvPr>
            <p:ph type="subTitle" idx="1"/>
          </p:nvPr>
        </p:nvSpPr>
        <p:spPr>
          <a:xfrm>
            <a:off x="2184400" y="4699644"/>
            <a:ext cx="1841600" cy="11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subTitle" idx="2"/>
          </p:nvPr>
        </p:nvSpPr>
        <p:spPr>
          <a:xfrm>
            <a:off x="4139600" y="4685644"/>
            <a:ext cx="1862800" cy="11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9" name="Google Shape;239;p30"/>
          <p:cNvSpPr txBox="1">
            <a:spLocks noGrp="1"/>
          </p:cNvSpPr>
          <p:nvPr>
            <p:ph type="subTitle" idx="3"/>
          </p:nvPr>
        </p:nvSpPr>
        <p:spPr>
          <a:xfrm>
            <a:off x="6094800" y="4681877"/>
            <a:ext cx="1841600" cy="11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0" name="Google Shape;240;p30"/>
          <p:cNvSpPr txBox="1">
            <a:spLocks noGrp="1"/>
          </p:cNvSpPr>
          <p:nvPr>
            <p:ph type="subTitle" idx="4"/>
          </p:nvPr>
        </p:nvSpPr>
        <p:spPr>
          <a:xfrm>
            <a:off x="8031200" y="4706493"/>
            <a:ext cx="1862800" cy="11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1" name="Google Shape;241;p30"/>
          <p:cNvSpPr txBox="1">
            <a:spLocks noGrp="1"/>
          </p:cNvSpPr>
          <p:nvPr>
            <p:ph type="subTitle" idx="5"/>
          </p:nvPr>
        </p:nvSpPr>
        <p:spPr>
          <a:xfrm>
            <a:off x="2184400" y="4261644"/>
            <a:ext cx="18628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2" name="Google Shape;242;p30"/>
          <p:cNvSpPr txBox="1">
            <a:spLocks noGrp="1"/>
          </p:cNvSpPr>
          <p:nvPr>
            <p:ph type="subTitle" idx="6"/>
          </p:nvPr>
        </p:nvSpPr>
        <p:spPr>
          <a:xfrm>
            <a:off x="4139600" y="4261644"/>
            <a:ext cx="1841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3" name="Google Shape;243;p30"/>
          <p:cNvSpPr txBox="1">
            <a:spLocks noGrp="1"/>
          </p:cNvSpPr>
          <p:nvPr>
            <p:ph type="subTitle" idx="7"/>
          </p:nvPr>
        </p:nvSpPr>
        <p:spPr>
          <a:xfrm>
            <a:off x="6095999" y="4261644"/>
            <a:ext cx="1841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4" name="Google Shape;244;p30"/>
          <p:cNvSpPr txBox="1">
            <a:spLocks noGrp="1"/>
          </p:cNvSpPr>
          <p:nvPr>
            <p:ph type="subTitle" idx="8"/>
          </p:nvPr>
        </p:nvSpPr>
        <p:spPr>
          <a:xfrm>
            <a:off x="8049997" y="4261644"/>
            <a:ext cx="1841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014099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>
            <a:spLocks noGrp="1"/>
          </p:cNvSpPr>
          <p:nvPr>
            <p:ph type="ctrTitle"/>
          </p:nvPr>
        </p:nvSpPr>
        <p:spPr>
          <a:xfrm flipH="1">
            <a:off x="609600" y="599157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247" name="Google Shape;247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9124418" y="-927064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6" y="-927064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1"/>
          <p:cNvSpPr txBox="1">
            <a:spLocks noGrp="1"/>
          </p:cNvSpPr>
          <p:nvPr>
            <p:ph type="subTitle" idx="1"/>
          </p:nvPr>
        </p:nvSpPr>
        <p:spPr>
          <a:xfrm>
            <a:off x="720000" y="4703040"/>
            <a:ext cx="1841600" cy="11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0" name="Google Shape;250;p31"/>
          <p:cNvSpPr txBox="1">
            <a:spLocks noGrp="1"/>
          </p:cNvSpPr>
          <p:nvPr>
            <p:ph type="subTitle" idx="2"/>
          </p:nvPr>
        </p:nvSpPr>
        <p:spPr>
          <a:xfrm>
            <a:off x="3655251" y="2769717"/>
            <a:ext cx="1862800" cy="11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1" name="Google Shape;251;p31"/>
          <p:cNvSpPr txBox="1">
            <a:spLocks noGrp="1"/>
          </p:cNvSpPr>
          <p:nvPr>
            <p:ph type="subTitle" idx="3"/>
          </p:nvPr>
        </p:nvSpPr>
        <p:spPr>
          <a:xfrm>
            <a:off x="6711349" y="4688701"/>
            <a:ext cx="1841600" cy="11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2" name="Google Shape;252;p31"/>
          <p:cNvSpPr txBox="1">
            <a:spLocks noGrp="1"/>
          </p:cNvSpPr>
          <p:nvPr>
            <p:ph type="subTitle" idx="4"/>
          </p:nvPr>
        </p:nvSpPr>
        <p:spPr>
          <a:xfrm>
            <a:off x="9619767" y="2770475"/>
            <a:ext cx="1862800" cy="11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3" name="Google Shape;253;p31"/>
          <p:cNvSpPr txBox="1">
            <a:spLocks noGrp="1"/>
          </p:cNvSpPr>
          <p:nvPr>
            <p:ph type="subTitle" idx="5"/>
          </p:nvPr>
        </p:nvSpPr>
        <p:spPr>
          <a:xfrm>
            <a:off x="709400" y="4265040"/>
            <a:ext cx="18628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4" name="Google Shape;254;p31"/>
          <p:cNvSpPr txBox="1">
            <a:spLocks noGrp="1"/>
          </p:cNvSpPr>
          <p:nvPr>
            <p:ph type="subTitle" idx="6"/>
          </p:nvPr>
        </p:nvSpPr>
        <p:spPr>
          <a:xfrm>
            <a:off x="3665851" y="2345717"/>
            <a:ext cx="1841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5" name="Google Shape;255;p31"/>
          <p:cNvSpPr txBox="1">
            <a:spLocks noGrp="1"/>
          </p:cNvSpPr>
          <p:nvPr>
            <p:ph type="subTitle" idx="7"/>
          </p:nvPr>
        </p:nvSpPr>
        <p:spPr>
          <a:xfrm>
            <a:off x="6711349" y="4268468"/>
            <a:ext cx="1841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6" name="Google Shape;256;p31"/>
          <p:cNvSpPr txBox="1">
            <a:spLocks noGrp="1"/>
          </p:cNvSpPr>
          <p:nvPr>
            <p:ph type="subTitle" idx="8"/>
          </p:nvPr>
        </p:nvSpPr>
        <p:spPr>
          <a:xfrm>
            <a:off x="9630367" y="2353673"/>
            <a:ext cx="1841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7" name="Google Shape;257;p31"/>
          <p:cNvSpPr/>
          <p:nvPr/>
        </p:nvSpPr>
        <p:spPr>
          <a:xfrm>
            <a:off x="3699051" y="3957600"/>
            <a:ext cx="1775200" cy="1681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58" name="Google Shape;258;p31"/>
          <p:cNvSpPr/>
          <p:nvPr/>
        </p:nvSpPr>
        <p:spPr>
          <a:xfrm>
            <a:off x="6744549" y="2528233"/>
            <a:ext cx="1775200" cy="1681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59" name="Google Shape;259;p31"/>
          <p:cNvSpPr/>
          <p:nvPr/>
        </p:nvSpPr>
        <p:spPr>
          <a:xfrm>
            <a:off x="9663567" y="3957600"/>
            <a:ext cx="1775200" cy="1681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60" name="Google Shape;260;p31"/>
          <p:cNvSpPr/>
          <p:nvPr/>
        </p:nvSpPr>
        <p:spPr>
          <a:xfrm>
            <a:off x="753200" y="2528233"/>
            <a:ext cx="1775200" cy="1681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7938483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"/>
          <p:cNvSpPr txBox="1">
            <a:spLocks noGrp="1"/>
          </p:cNvSpPr>
          <p:nvPr>
            <p:ph type="ctrTitle"/>
          </p:nvPr>
        </p:nvSpPr>
        <p:spPr>
          <a:xfrm flipH="1">
            <a:off x="609600" y="599157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263" name="Google Shape;263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9124418" y="-927064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6" y="-927064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2"/>
          <p:cNvSpPr txBox="1">
            <a:spLocks noGrp="1"/>
          </p:cNvSpPr>
          <p:nvPr>
            <p:ph type="subTitle" idx="1"/>
          </p:nvPr>
        </p:nvSpPr>
        <p:spPr>
          <a:xfrm>
            <a:off x="1162267" y="3909733"/>
            <a:ext cx="1820800" cy="11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6" name="Google Shape;266;p32"/>
          <p:cNvSpPr txBox="1">
            <a:spLocks noGrp="1"/>
          </p:cNvSpPr>
          <p:nvPr>
            <p:ph type="subTitle" idx="2"/>
          </p:nvPr>
        </p:nvSpPr>
        <p:spPr>
          <a:xfrm>
            <a:off x="3943200" y="3886233"/>
            <a:ext cx="1862800" cy="11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7" name="Google Shape;267;p32"/>
          <p:cNvSpPr txBox="1">
            <a:spLocks noGrp="1"/>
          </p:cNvSpPr>
          <p:nvPr>
            <p:ph type="subTitle" idx="3"/>
          </p:nvPr>
        </p:nvSpPr>
        <p:spPr>
          <a:xfrm>
            <a:off x="6702067" y="3882084"/>
            <a:ext cx="1841600" cy="11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8" name="Google Shape;268;p32"/>
          <p:cNvSpPr txBox="1">
            <a:spLocks noGrp="1"/>
          </p:cNvSpPr>
          <p:nvPr>
            <p:ph type="subTitle" idx="4"/>
          </p:nvPr>
        </p:nvSpPr>
        <p:spPr>
          <a:xfrm>
            <a:off x="9440933" y="3875175"/>
            <a:ext cx="1862800" cy="11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9" name="Google Shape;269;p32"/>
          <p:cNvSpPr txBox="1">
            <a:spLocks noGrp="1"/>
          </p:cNvSpPr>
          <p:nvPr>
            <p:ph type="subTitle" idx="5"/>
          </p:nvPr>
        </p:nvSpPr>
        <p:spPr>
          <a:xfrm>
            <a:off x="1162267" y="3471733"/>
            <a:ext cx="1841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0" name="Google Shape;270;p32"/>
          <p:cNvSpPr txBox="1">
            <a:spLocks noGrp="1"/>
          </p:cNvSpPr>
          <p:nvPr>
            <p:ph type="subTitle" idx="6"/>
          </p:nvPr>
        </p:nvSpPr>
        <p:spPr>
          <a:xfrm>
            <a:off x="3943200" y="3462233"/>
            <a:ext cx="1841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1" name="Google Shape;271;p32"/>
          <p:cNvSpPr txBox="1">
            <a:spLocks noGrp="1"/>
          </p:cNvSpPr>
          <p:nvPr>
            <p:ph type="subTitle" idx="7"/>
          </p:nvPr>
        </p:nvSpPr>
        <p:spPr>
          <a:xfrm>
            <a:off x="6703265" y="3461851"/>
            <a:ext cx="1841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2" name="Google Shape;272;p32"/>
          <p:cNvSpPr txBox="1">
            <a:spLocks noGrp="1"/>
          </p:cNvSpPr>
          <p:nvPr>
            <p:ph type="subTitle" idx="8"/>
          </p:nvPr>
        </p:nvSpPr>
        <p:spPr>
          <a:xfrm>
            <a:off x="9459731" y="3458373"/>
            <a:ext cx="1841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3" name="Google Shape;273;p32"/>
          <p:cNvSpPr/>
          <p:nvPr/>
        </p:nvSpPr>
        <p:spPr>
          <a:xfrm>
            <a:off x="6433139" y="2413000"/>
            <a:ext cx="2362400" cy="2667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74" name="Google Shape;274;p32"/>
          <p:cNvSpPr/>
          <p:nvPr/>
        </p:nvSpPr>
        <p:spPr>
          <a:xfrm>
            <a:off x="901867" y="2413000"/>
            <a:ext cx="2362400" cy="2667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75" name="Google Shape;275;p32"/>
          <p:cNvSpPr/>
          <p:nvPr/>
        </p:nvSpPr>
        <p:spPr>
          <a:xfrm>
            <a:off x="3682796" y="2413000"/>
            <a:ext cx="2362400" cy="2667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76" name="Google Shape;276;p32"/>
          <p:cNvSpPr/>
          <p:nvPr/>
        </p:nvSpPr>
        <p:spPr>
          <a:xfrm>
            <a:off x="9180515" y="2413000"/>
            <a:ext cx="2362400" cy="26672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77" name="Google Shape;277;p32"/>
          <p:cNvSpPr/>
          <p:nvPr/>
        </p:nvSpPr>
        <p:spPr>
          <a:xfrm>
            <a:off x="609600" y="2225368"/>
            <a:ext cx="1022837" cy="884944"/>
          </a:xfrm>
          <a:custGeom>
            <a:avLst/>
            <a:gdLst/>
            <a:ahLst/>
            <a:cxnLst/>
            <a:rect l="l" t="t" r="r" b="b"/>
            <a:pathLst>
              <a:path w="32007" h="27692" extrusionOk="0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78" name="Google Shape;278;p32"/>
          <p:cNvSpPr/>
          <p:nvPr/>
        </p:nvSpPr>
        <p:spPr>
          <a:xfrm>
            <a:off x="3398068" y="2229008"/>
            <a:ext cx="1022837" cy="884944"/>
          </a:xfrm>
          <a:custGeom>
            <a:avLst/>
            <a:gdLst/>
            <a:ahLst/>
            <a:cxnLst/>
            <a:rect l="l" t="t" r="r" b="b"/>
            <a:pathLst>
              <a:path w="32007" h="27692" extrusionOk="0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79" name="Google Shape;279;p32"/>
          <p:cNvSpPr/>
          <p:nvPr/>
        </p:nvSpPr>
        <p:spPr>
          <a:xfrm>
            <a:off x="6157794" y="2217380"/>
            <a:ext cx="1022837" cy="884944"/>
          </a:xfrm>
          <a:custGeom>
            <a:avLst/>
            <a:gdLst/>
            <a:ahLst/>
            <a:cxnLst/>
            <a:rect l="l" t="t" r="r" b="b"/>
            <a:pathLst>
              <a:path w="32007" h="27692" extrusionOk="0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80" name="Google Shape;280;p32"/>
          <p:cNvSpPr/>
          <p:nvPr/>
        </p:nvSpPr>
        <p:spPr>
          <a:xfrm>
            <a:off x="8913244" y="2223688"/>
            <a:ext cx="1022837" cy="884944"/>
          </a:xfrm>
          <a:custGeom>
            <a:avLst/>
            <a:gdLst/>
            <a:ahLst/>
            <a:cxnLst/>
            <a:rect l="l" t="t" r="r" b="b"/>
            <a:pathLst>
              <a:path w="32007" h="27692" extrusionOk="0">
                <a:moveTo>
                  <a:pt x="8016" y="0"/>
                </a:moveTo>
                <a:lnTo>
                  <a:pt x="0" y="13846"/>
                </a:lnTo>
                <a:lnTo>
                  <a:pt x="8016" y="27692"/>
                </a:lnTo>
                <a:lnTo>
                  <a:pt x="23990" y="27692"/>
                </a:lnTo>
                <a:lnTo>
                  <a:pt x="32006" y="13846"/>
                </a:lnTo>
                <a:lnTo>
                  <a:pt x="2399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1462520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4">
  <p:cSld name="Title and four columns 4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3253722" y="5015313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58735" y="5015313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3"/>
          <p:cNvSpPr txBox="1">
            <a:spLocks noGrp="1"/>
          </p:cNvSpPr>
          <p:nvPr>
            <p:ph type="ctrTitle"/>
          </p:nvPr>
        </p:nvSpPr>
        <p:spPr>
          <a:xfrm flipH="1">
            <a:off x="720000" y="602983"/>
            <a:ext cx="10752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1207333" y="3686233"/>
            <a:ext cx="19180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6" name="Google Shape;286;p33"/>
          <p:cNvSpPr txBox="1">
            <a:spLocks noGrp="1"/>
          </p:cNvSpPr>
          <p:nvPr>
            <p:ph type="subTitle" idx="2"/>
          </p:nvPr>
        </p:nvSpPr>
        <p:spPr>
          <a:xfrm>
            <a:off x="3862300" y="3682128"/>
            <a:ext cx="18628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7" name="Google Shape;287;p33"/>
          <p:cNvSpPr txBox="1">
            <a:spLocks noGrp="1"/>
          </p:cNvSpPr>
          <p:nvPr>
            <p:ph type="subTitle" idx="3"/>
          </p:nvPr>
        </p:nvSpPr>
        <p:spPr>
          <a:xfrm>
            <a:off x="6505533" y="3681399"/>
            <a:ext cx="18416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8" name="Google Shape;288;p33"/>
          <p:cNvSpPr txBox="1">
            <a:spLocks noGrp="1"/>
          </p:cNvSpPr>
          <p:nvPr>
            <p:ph type="subTitle" idx="4"/>
          </p:nvPr>
        </p:nvSpPr>
        <p:spPr>
          <a:xfrm>
            <a:off x="9111567" y="3681200"/>
            <a:ext cx="18628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9" name="Google Shape;289;p33"/>
          <p:cNvSpPr txBox="1">
            <a:spLocks noGrp="1"/>
          </p:cNvSpPr>
          <p:nvPr>
            <p:ph type="subTitle" idx="5"/>
          </p:nvPr>
        </p:nvSpPr>
        <p:spPr>
          <a:xfrm>
            <a:off x="1235467" y="3265667"/>
            <a:ext cx="19180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0" name="Google Shape;290;p33"/>
          <p:cNvSpPr txBox="1">
            <a:spLocks noGrp="1"/>
          </p:cNvSpPr>
          <p:nvPr>
            <p:ph type="subTitle" idx="6"/>
          </p:nvPr>
        </p:nvSpPr>
        <p:spPr>
          <a:xfrm>
            <a:off x="3862299" y="3258117"/>
            <a:ext cx="1841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1" name="Google Shape;291;p33"/>
          <p:cNvSpPr txBox="1">
            <a:spLocks noGrp="1"/>
          </p:cNvSpPr>
          <p:nvPr>
            <p:ph type="subTitle" idx="7"/>
          </p:nvPr>
        </p:nvSpPr>
        <p:spPr>
          <a:xfrm>
            <a:off x="6506740" y="3261163"/>
            <a:ext cx="1841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2" name="Google Shape;292;p33"/>
          <p:cNvSpPr txBox="1">
            <a:spLocks noGrp="1"/>
          </p:cNvSpPr>
          <p:nvPr>
            <p:ph type="subTitle" idx="8"/>
          </p:nvPr>
        </p:nvSpPr>
        <p:spPr>
          <a:xfrm>
            <a:off x="9130364" y="3264399"/>
            <a:ext cx="1841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970283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4"/>
          <p:cNvSpPr txBox="1">
            <a:spLocks noGrp="1"/>
          </p:cNvSpPr>
          <p:nvPr>
            <p:ph type="ctrTitle"/>
          </p:nvPr>
        </p:nvSpPr>
        <p:spPr>
          <a:xfrm flipH="1">
            <a:off x="720000" y="598159"/>
            <a:ext cx="10752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295" name="Google Shape;29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4"/>
          <p:cNvSpPr txBox="1">
            <a:spLocks noGrp="1"/>
          </p:cNvSpPr>
          <p:nvPr>
            <p:ph type="subTitle" idx="1"/>
          </p:nvPr>
        </p:nvSpPr>
        <p:spPr>
          <a:xfrm>
            <a:off x="2034692" y="3427020"/>
            <a:ext cx="24172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7" name="Google Shape;297;p34"/>
          <p:cNvSpPr txBox="1">
            <a:spLocks noGrp="1"/>
          </p:cNvSpPr>
          <p:nvPr>
            <p:ph type="subTitle" idx="2"/>
          </p:nvPr>
        </p:nvSpPr>
        <p:spPr>
          <a:xfrm>
            <a:off x="4847201" y="3427029"/>
            <a:ext cx="24976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8" name="Google Shape;298;p34"/>
          <p:cNvSpPr txBox="1">
            <a:spLocks noGrp="1"/>
          </p:cNvSpPr>
          <p:nvPr>
            <p:ph type="subTitle" idx="3"/>
          </p:nvPr>
        </p:nvSpPr>
        <p:spPr>
          <a:xfrm>
            <a:off x="7730624" y="3412807"/>
            <a:ext cx="24676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9" name="Google Shape;299;p34"/>
          <p:cNvSpPr txBox="1">
            <a:spLocks noGrp="1"/>
          </p:cNvSpPr>
          <p:nvPr>
            <p:ph type="subTitle" idx="4"/>
          </p:nvPr>
        </p:nvSpPr>
        <p:spPr>
          <a:xfrm>
            <a:off x="2034692" y="4222224"/>
            <a:ext cx="2417200" cy="6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0" name="Google Shape;300;p34"/>
          <p:cNvSpPr txBox="1">
            <a:spLocks noGrp="1"/>
          </p:cNvSpPr>
          <p:nvPr>
            <p:ph type="subTitle" idx="5"/>
          </p:nvPr>
        </p:nvSpPr>
        <p:spPr>
          <a:xfrm>
            <a:off x="4861401" y="4222224"/>
            <a:ext cx="2469200" cy="6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1" name="Google Shape;301;p34"/>
          <p:cNvSpPr txBox="1">
            <a:spLocks noGrp="1"/>
          </p:cNvSpPr>
          <p:nvPr>
            <p:ph type="subTitle" idx="6"/>
          </p:nvPr>
        </p:nvSpPr>
        <p:spPr>
          <a:xfrm>
            <a:off x="7730624" y="4226797"/>
            <a:ext cx="2467600" cy="6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2" name="Google Shape;302;p34"/>
          <p:cNvSpPr/>
          <p:nvPr/>
        </p:nvSpPr>
        <p:spPr>
          <a:xfrm rot="5400000">
            <a:off x="1436085" y="2420745"/>
            <a:ext cx="3614100" cy="2852867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03" name="Google Shape;303;p34"/>
          <p:cNvSpPr/>
          <p:nvPr/>
        </p:nvSpPr>
        <p:spPr>
          <a:xfrm rot="5400000">
            <a:off x="4288951" y="2420745"/>
            <a:ext cx="3614100" cy="2852867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04" name="Google Shape;304;p34"/>
          <p:cNvSpPr/>
          <p:nvPr/>
        </p:nvSpPr>
        <p:spPr>
          <a:xfrm rot="5400000">
            <a:off x="7141818" y="2420745"/>
            <a:ext cx="3614100" cy="2852867"/>
          </a:xfrm>
          <a:prstGeom prst="flowChartPreparation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5273937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Title and three columns 4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00372" y="-625733"/>
            <a:ext cx="4095533" cy="369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807662" y="-624222"/>
            <a:ext cx="4095533" cy="369539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5"/>
          <p:cNvSpPr txBox="1">
            <a:spLocks noGrp="1"/>
          </p:cNvSpPr>
          <p:nvPr>
            <p:ph type="ctrTitle"/>
          </p:nvPr>
        </p:nvSpPr>
        <p:spPr>
          <a:xfrm flipH="1">
            <a:off x="609600" y="602967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9" name="Google Shape;309;p35"/>
          <p:cNvSpPr txBox="1">
            <a:spLocks noGrp="1"/>
          </p:cNvSpPr>
          <p:nvPr>
            <p:ph type="subTitle" idx="1"/>
          </p:nvPr>
        </p:nvSpPr>
        <p:spPr>
          <a:xfrm>
            <a:off x="746941" y="3935011"/>
            <a:ext cx="31820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0" name="Google Shape;310;p35"/>
          <p:cNvSpPr txBox="1">
            <a:spLocks noGrp="1"/>
          </p:cNvSpPr>
          <p:nvPr>
            <p:ph type="subTitle" idx="2"/>
          </p:nvPr>
        </p:nvSpPr>
        <p:spPr>
          <a:xfrm>
            <a:off x="4520829" y="3935020"/>
            <a:ext cx="31740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1" name="Google Shape;311;p35"/>
          <p:cNvSpPr txBox="1">
            <a:spLocks noGrp="1"/>
          </p:cNvSpPr>
          <p:nvPr>
            <p:ph type="subTitle" idx="3"/>
          </p:nvPr>
        </p:nvSpPr>
        <p:spPr>
          <a:xfrm>
            <a:off x="8310041" y="3938244"/>
            <a:ext cx="31560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2" name="Google Shape;312;p35"/>
          <p:cNvSpPr txBox="1">
            <a:spLocks noGrp="1"/>
          </p:cNvSpPr>
          <p:nvPr>
            <p:ph type="subTitle" idx="4"/>
          </p:nvPr>
        </p:nvSpPr>
        <p:spPr>
          <a:xfrm>
            <a:off x="746933" y="4761699"/>
            <a:ext cx="3182000" cy="5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3" name="Google Shape;313;p35"/>
          <p:cNvSpPr txBox="1">
            <a:spLocks noGrp="1"/>
          </p:cNvSpPr>
          <p:nvPr>
            <p:ph type="subTitle" idx="5"/>
          </p:nvPr>
        </p:nvSpPr>
        <p:spPr>
          <a:xfrm>
            <a:off x="4538868" y="4761699"/>
            <a:ext cx="3138000" cy="5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4" name="Google Shape;314;p35"/>
          <p:cNvSpPr txBox="1">
            <a:spLocks noGrp="1"/>
          </p:cNvSpPr>
          <p:nvPr>
            <p:ph type="subTitle" idx="6"/>
          </p:nvPr>
        </p:nvSpPr>
        <p:spPr>
          <a:xfrm>
            <a:off x="8310041" y="4748807"/>
            <a:ext cx="31560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5" name="Google Shape;315;p35"/>
          <p:cNvSpPr txBox="1">
            <a:spLocks noGrp="1"/>
          </p:cNvSpPr>
          <p:nvPr>
            <p:ph type="subTitle" idx="7"/>
          </p:nvPr>
        </p:nvSpPr>
        <p:spPr>
          <a:xfrm>
            <a:off x="720000" y="3440116"/>
            <a:ext cx="31820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6" name="Google Shape;316;p35"/>
          <p:cNvSpPr txBox="1">
            <a:spLocks noGrp="1"/>
          </p:cNvSpPr>
          <p:nvPr>
            <p:ph type="subTitle" idx="8"/>
          </p:nvPr>
        </p:nvSpPr>
        <p:spPr>
          <a:xfrm>
            <a:off x="4512865" y="3440116"/>
            <a:ext cx="31380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7" name="Google Shape;317;p35"/>
          <p:cNvSpPr txBox="1">
            <a:spLocks noGrp="1"/>
          </p:cNvSpPr>
          <p:nvPr>
            <p:ph type="subTitle" idx="9"/>
          </p:nvPr>
        </p:nvSpPr>
        <p:spPr>
          <a:xfrm>
            <a:off x="8283867" y="3444683"/>
            <a:ext cx="31560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8" name="Google Shape;318;p35"/>
          <p:cNvSpPr/>
          <p:nvPr/>
        </p:nvSpPr>
        <p:spPr>
          <a:xfrm>
            <a:off x="8160000" y="3402364"/>
            <a:ext cx="3413600" cy="1423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19" name="Google Shape;319;p35"/>
          <p:cNvSpPr/>
          <p:nvPr/>
        </p:nvSpPr>
        <p:spPr>
          <a:xfrm>
            <a:off x="4389200" y="3402376"/>
            <a:ext cx="3413600" cy="1423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20" name="Google Shape;320;p35"/>
          <p:cNvSpPr/>
          <p:nvPr/>
        </p:nvSpPr>
        <p:spPr>
          <a:xfrm>
            <a:off x="618400" y="3402364"/>
            <a:ext cx="3413600" cy="1423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321" name="Google Shape;321;p35"/>
          <p:cNvSpPr txBox="1"/>
          <p:nvPr/>
        </p:nvSpPr>
        <p:spPr>
          <a:xfrm>
            <a:off x="8164751" y="4825931"/>
            <a:ext cx="3404400" cy="460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0133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33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322" name="Google Shape;322;p35"/>
          <p:cNvSpPr txBox="1"/>
          <p:nvPr/>
        </p:nvSpPr>
        <p:spPr>
          <a:xfrm>
            <a:off x="623151" y="4825931"/>
            <a:ext cx="3404400" cy="4608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0133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33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323" name="Google Shape;323;p35"/>
          <p:cNvSpPr txBox="1"/>
          <p:nvPr/>
        </p:nvSpPr>
        <p:spPr>
          <a:xfrm>
            <a:off x="4393951" y="4825939"/>
            <a:ext cx="3404400" cy="46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0133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33">
              <a:solidFill>
                <a:schemeClr val="dk1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</p:spTree>
    <p:extLst>
      <p:ext uri="{BB962C8B-B14F-4D97-AF65-F5344CB8AC3E}">
        <p14:creationId xmlns:p14="http://schemas.microsoft.com/office/powerpoint/2010/main" val="179076544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"/>
          <p:cNvSpPr txBox="1">
            <a:spLocks noGrp="1"/>
          </p:cNvSpPr>
          <p:nvPr>
            <p:ph type="ctrTitle"/>
          </p:nvPr>
        </p:nvSpPr>
        <p:spPr>
          <a:xfrm flipH="1">
            <a:off x="609600" y="599157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26" name="Google Shape;32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9124418" y="-927064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6" y="-927064"/>
            <a:ext cx="3067567" cy="2767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24058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7"/>
          <p:cNvSpPr txBox="1">
            <a:spLocks noGrp="1"/>
          </p:cNvSpPr>
          <p:nvPr>
            <p:ph type="ctrTitle"/>
          </p:nvPr>
        </p:nvSpPr>
        <p:spPr>
          <a:xfrm flipH="1">
            <a:off x="609600" y="592516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30" name="Google Shape;330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3067567" cy="2767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28717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00372" y="-422533"/>
            <a:ext cx="4095533" cy="369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807662" y="-421022"/>
            <a:ext cx="4095533" cy="369539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8"/>
          <p:cNvSpPr txBox="1">
            <a:spLocks noGrp="1"/>
          </p:cNvSpPr>
          <p:nvPr>
            <p:ph type="ctrTitle"/>
          </p:nvPr>
        </p:nvSpPr>
        <p:spPr>
          <a:xfrm flipH="1">
            <a:off x="720000" y="588957"/>
            <a:ext cx="10752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1919102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5">
  <p:cSld name="Title and three columns 5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24301" y="8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9"/>
          <p:cNvSpPr txBox="1">
            <a:spLocks noGrp="1"/>
          </p:cNvSpPr>
          <p:nvPr>
            <p:ph type="ctrTitle"/>
          </p:nvPr>
        </p:nvSpPr>
        <p:spPr>
          <a:xfrm flipH="1">
            <a:off x="609600" y="602983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48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8" name="Google Shape;338;p39"/>
          <p:cNvSpPr txBox="1">
            <a:spLocks noGrp="1"/>
          </p:cNvSpPr>
          <p:nvPr>
            <p:ph type="subTitle" idx="1"/>
          </p:nvPr>
        </p:nvSpPr>
        <p:spPr>
          <a:xfrm>
            <a:off x="1605111" y="3625768"/>
            <a:ext cx="29868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9" name="Google Shape;339;p39"/>
          <p:cNvSpPr txBox="1">
            <a:spLocks noGrp="1"/>
          </p:cNvSpPr>
          <p:nvPr>
            <p:ph type="subTitle" idx="2"/>
          </p:nvPr>
        </p:nvSpPr>
        <p:spPr>
          <a:xfrm>
            <a:off x="6355319" y="4778243"/>
            <a:ext cx="30656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0" name="Google Shape;340;p39"/>
          <p:cNvSpPr txBox="1">
            <a:spLocks noGrp="1"/>
          </p:cNvSpPr>
          <p:nvPr>
            <p:ph type="subTitle" idx="3"/>
          </p:nvPr>
        </p:nvSpPr>
        <p:spPr>
          <a:xfrm>
            <a:off x="6363332" y="2403693"/>
            <a:ext cx="30656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1" name="Google Shape;341;p39"/>
          <p:cNvSpPr txBox="1">
            <a:spLocks noGrp="1"/>
          </p:cNvSpPr>
          <p:nvPr>
            <p:ph type="subTitle" idx="4"/>
          </p:nvPr>
        </p:nvSpPr>
        <p:spPr>
          <a:xfrm>
            <a:off x="1605111" y="2928451"/>
            <a:ext cx="29868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2" name="Google Shape;342;p39"/>
          <p:cNvSpPr txBox="1">
            <a:spLocks noGrp="1"/>
          </p:cNvSpPr>
          <p:nvPr>
            <p:ph type="subTitle" idx="5"/>
          </p:nvPr>
        </p:nvSpPr>
        <p:spPr>
          <a:xfrm>
            <a:off x="6397389" y="4105533"/>
            <a:ext cx="30308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r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3" name="Google Shape;343;p39"/>
          <p:cNvSpPr txBox="1">
            <a:spLocks noGrp="1"/>
          </p:cNvSpPr>
          <p:nvPr>
            <p:ph type="subTitle" idx="6"/>
          </p:nvPr>
        </p:nvSpPr>
        <p:spPr>
          <a:xfrm>
            <a:off x="6363332" y="1696111"/>
            <a:ext cx="3065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r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013156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6">
  <p:cSld name="Title and three columns 6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0"/>
          <p:cNvSpPr txBox="1">
            <a:spLocks noGrp="1"/>
          </p:cNvSpPr>
          <p:nvPr>
            <p:ph type="ctrTitle"/>
          </p:nvPr>
        </p:nvSpPr>
        <p:spPr>
          <a:xfrm flipH="1">
            <a:off x="609600" y="582729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46" name="Google Shape;3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3253722" y="5218513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58735" y="5218513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720078" y="-781431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862299" y="-786990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0"/>
          <p:cNvSpPr txBox="1">
            <a:spLocks noGrp="1"/>
          </p:cNvSpPr>
          <p:nvPr>
            <p:ph type="subTitle" idx="1"/>
          </p:nvPr>
        </p:nvSpPr>
        <p:spPr>
          <a:xfrm>
            <a:off x="896467" y="2517240"/>
            <a:ext cx="26088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1" name="Google Shape;351;p40"/>
          <p:cNvSpPr txBox="1">
            <a:spLocks noGrp="1"/>
          </p:cNvSpPr>
          <p:nvPr>
            <p:ph type="subTitle" idx="2"/>
          </p:nvPr>
        </p:nvSpPr>
        <p:spPr>
          <a:xfrm>
            <a:off x="4774000" y="4546485"/>
            <a:ext cx="26088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2" name="Google Shape;352;p40"/>
          <p:cNvSpPr txBox="1">
            <a:spLocks noGrp="1"/>
          </p:cNvSpPr>
          <p:nvPr>
            <p:ph type="subTitle" idx="3"/>
          </p:nvPr>
        </p:nvSpPr>
        <p:spPr>
          <a:xfrm>
            <a:off x="8686800" y="2527500"/>
            <a:ext cx="25792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3" name="Google Shape;353;p40"/>
          <p:cNvSpPr txBox="1">
            <a:spLocks noGrp="1"/>
          </p:cNvSpPr>
          <p:nvPr>
            <p:ph type="subTitle" idx="4"/>
          </p:nvPr>
        </p:nvSpPr>
        <p:spPr>
          <a:xfrm>
            <a:off x="911267" y="2082632"/>
            <a:ext cx="25792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4" name="Google Shape;354;p40"/>
          <p:cNvSpPr txBox="1">
            <a:spLocks noGrp="1"/>
          </p:cNvSpPr>
          <p:nvPr>
            <p:ph type="subTitle" idx="5"/>
          </p:nvPr>
        </p:nvSpPr>
        <p:spPr>
          <a:xfrm>
            <a:off x="4788800" y="4094435"/>
            <a:ext cx="25792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5" name="Google Shape;355;p40"/>
          <p:cNvSpPr txBox="1">
            <a:spLocks noGrp="1"/>
          </p:cNvSpPr>
          <p:nvPr>
            <p:ph type="subTitle" idx="6"/>
          </p:nvPr>
        </p:nvSpPr>
        <p:spPr>
          <a:xfrm>
            <a:off x="8686800" y="2082632"/>
            <a:ext cx="25792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157914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7">
  <p:cSld name="Title and three columns 7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1"/>
          <p:cNvSpPr txBox="1">
            <a:spLocks noGrp="1"/>
          </p:cNvSpPr>
          <p:nvPr>
            <p:ph type="ctrTitle"/>
          </p:nvPr>
        </p:nvSpPr>
        <p:spPr>
          <a:xfrm flipH="1">
            <a:off x="609600" y="582733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58" name="Google Shape;35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1"/>
          <p:cNvSpPr txBox="1">
            <a:spLocks noGrp="1"/>
          </p:cNvSpPr>
          <p:nvPr>
            <p:ph type="subTitle" idx="1"/>
          </p:nvPr>
        </p:nvSpPr>
        <p:spPr>
          <a:xfrm>
            <a:off x="2267467" y="3895191"/>
            <a:ext cx="18604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0" name="Google Shape;360;p41"/>
          <p:cNvSpPr txBox="1">
            <a:spLocks noGrp="1"/>
          </p:cNvSpPr>
          <p:nvPr>
            <p:ph type="subTitle" idx="2"/>
          </p:nvPr>
        </p:nvSpPr>
        <p:spPr>
          <a:xfrm>
            <a:off x="2071333" y="3373016"/>
            <a:ext cx="21908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1" name="Google Shape;361;p41"/>
          <p:cNvSpPr txBox="1">
            <a:spLocks noGrp="1"/>
          </p:cNvSpPr>
          <p:nvPr>
            <p:ph type="subTitle" idx="3"/>
          </p:nvPr>
        </p:nvSpPr>
        <p:spPr>
          <a:xfrm>
            <a:off x="2254667" y="2703007"/>
            <a:ext cx="18604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2" name="Google Shape;362;p41"/>
          <p:cNvSpPr txBox="1">
            <a:spLocks noGrp="1"/>
          </p:cNvSpPr>
          <p:nvPr>
            <p:ph type="subTitle" idx="4"/>
          </p:nvPr>
        </p:nvSpPr>
        <p:spPr>
          <a:xfrm>
            <a:off x="7905333" y="3902067"/>
            <a:ext cx="21908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3" name="Google Shape;363;p41"/>
          <p:cNvSpPr txBox="1">
            <a:spLocks noGrp="1"/>
          </p:cNvSpPr>
          <p:nvPr>
            <p:ph type="subTitle" idx="5"/>
          </p:nvPr>
        </p:nvSpPr>
        <p:spPr>
          <a:xfrm>
            <a:off x="7874333" y="3358600"/>
            <a:ext cx="22528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4" name="Google Shape;364;p41"/>
          <p:cNvSpPr txBox="1">
            <a:spLocks noGrp="1"/>
          </p:cNvSpPr>
          <p:nvPr>
            <p:ph type="subTitle" idx="6"/>
          </p:nvPr>
        </p:nvSpPr>
        <p:spPr>
          <a:xfrm>
            <a:off x="8001733" y="2710251"/>
            <a:ext cx="19980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5" name="Google Shape;365;p41"/>
          <p:cNvSpPr txBox="1">
            <a:spLocks noGrp="1"/>
          </p:cNvSpPr>
          <p:nvPr>
            <p:ph type="subTitle" idx="7"/>
          </p:nvPr>
        </p:nvSpPr>
        <p:spPr>
          <a:xfrm>
            <a:off x="5024667" y="4543924"/>
            <a:ext cx="21424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6" name="Google Shape;366;p41"/>
          <p:cNvSpPr txBox="1">
            <a:spLocks noGrp="1"/>
          </p:cNvSpPr>
          <p:nvPr>
            <p:ph type="subTitle" idx="8"/>
          </p:nvPr>
        </p:nvSpPr>
        <p:spPr>
          <a:xfrm>
            <a:off x="4806387" y="4053224"/>
            <a:ext cx="25792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7" name="Google Shape;367;p41"/>
          <p:cNvSpPr txBox="1">
            <a:spLocks noGrp="1"/>
          </p:cNvSpPr>
          <p:nvPr>
            <p:ph type="subTitle" idx="9"/>
          </p:nvPr>
        </p:nvSpPr>
        <p:spPr>
          <a:xfrm>
            <a:off x="4806387" y="3372640"/>
            <a:ext cx="25792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8" name="Google Shape;368;p41"/>
          <p:cNvSpPr/>
          <p:nvPr/>
        </p:nvSpPr>
        <p:spPr>
          <a:xfrm>
            <a:off x="4770467" y="2296633"/>
            <a:ext cx="2650800" cy="3873600"/>
          </a:xfrm>
          <a:prstGeom prst="rect">
            <a:avLst/>
          </a:prstGeom>
          <a:solidFill>
            <a:srgbClr val="FFFFFF">
              <a:alpha val="1192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chemeClr val="dk1"/>
                </a:solidFill>
              </a:rPr>
              <a:t>         </a:t>
            </a:r>
            <a:endParaRPr sz="1867">
              <a:solidFill>
                <a:schemeClr val="dk1"/>
              </a:solidFill>
            </a:endParaRPr>
          </a:p>
        </p:txBody>
      </p:sp>
      <p:sp>
        <p:nvSpPr>
          <p:cNvPr id="369" name="Google Shape;369;p41"/>
          <p:cNvSpPr/>
          <p:nvPr/>
        </p:nvSpPr>
        <p:spPr>
          <a:xfrm>
            <a:off x="7675333" y="1570533"/>
            <a:ext cx="2650800" cy="3873600"/>
          </a:xfrm>
          <a:prstGeom prst="rect">
            <a:avLst/>
          </a:prstGeom>
          <a:solidFill>
            <a:srgbClr val="FFFFFF">
              <a:alpha val="1192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chemeClr val="dk1"/>
                </a:solidFill>
              </a:rPr>
              <a:t>         </a:t>
            </a:r>
            <a:endParaRPr sz="1867">
              <a:solidFill>
                <a:schemeClr val="dk1"/>
              </a:solidFill>
            </a:endParaRPr>
          </a:p>
        </p:txBody>
      </p:sp>
      <p:sp>
        <p:nvSpPr>
          <p:cNvPr id="370" name="Google Shape;370;p41"/>
          <p:cNvSpPr/>
          <p:nvPr/>
        </p:nvSpPr>
        <p:spPr>
          <a:xfrm>
            <a:off x="1865867" y="1570533"/>
            <a:ext cx="2650800" cy="3873600"/>
          </a:xfrm>
          <a:prstGeom prst="rect">
            <a:avLst/>
          </a:prstGeom>
          <a:solidFill>
            <a:srgbClr val="FFFFFF">
              <a:alpha val="1192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chemeClr val="dk1"/>
                </a:solidFill>
              </a:rPr>
              <a:t>         </a:t>
            </a:r>
            <a:endParaRPr sz="1867">
              <a:solidFill>
                <a:schemeClr val="dk1"/>
              </a:solidFill>
            </a:endParaRPr>
          </a:p>
        </p:txBody>
      </p:sp>
      <p:pic>
        <p:nvPicPr>
          <p:cNvPr id="371" name="Google Shape;371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24167" y="0"/>
            <a:ext cx="3067567" cy="2767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2858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8">
  <p:cSld name="Title and three columns 8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2"/>
          <p:cNvSpPr txBox="1">
            <a:spLocks noGrp="1"/>
          </p:cNvSpPr>
          <p:nvPr>
            <p:ph type="subTitle" idx="1"/>
          </p:nvPr>
        </p:nvSpPr>
        <p:spPr>
          <a:xfrm>
            <a:off x="1299867" y="4993072"/>
            <a:ext cx="28760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4" name="Google Shape;374;p42"/>
          <p:cNvSpPr txBox="1">
            <a:spLocks noGrp="1"/>
          </p:cNvSpPr>
          <p:nvPr>
            <p:ph type="subTitle" idx="2"/>
          </p:nvPr>
        </p:nvSpPr>
        <p:spPr>
          <a:xfrm>
            <a:off x="4739100" y="4993101"/>
            <a:ext cx="28596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5" name="Google Shape;375;p42"/>
          <p:cNvSpPr txBox="1">
            <a:spLocks noGrp="1"/>
          </p:cNvSpPr>
          <p:nvPr>
            <p:ph type="subTitle" idx="3"/>
          </p:nvPr>
        </p:nvSpPr>
        <p:spPr>
          <a:xfrm>
            <a:off x="8003200" y="4996301"/>
            <a:ext cx="28596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6" name="Google Shape;376;p42"/>
          <p:cNvSpPr txBox="1">
            <a:spLocks noGrp="1"/>
          </p:cNvSpPr>
          <p:nvPr>
            <p:ph type="subTitle" idx="4"/>
          </p:nvPr>
        </p:nvSpPr>
        <p:spPr>
          <a:xfrm>
            <a:off x="1287867" y="4571216"/>
            <a:ext cx="29000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7" name="Google Shape;377;p42"/>
          <p:cNvSpPr txBox="1">
            <a:spLocks noGrp="1"/>
          </p:cNvSpPr>
          <p:nvPr>
            <p:ph type="subTitle" idx="5"/>
          </p:nvPr>
        </p:nvSpPr>
        <p:spPr>
          <a:xfrm>
            <a:off x="4755305" y="4585749"/>
            <a:ext cx="2859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8" name="Google Shape;378;p42"/>
          <p:cNvSpPr txBox="1">
            <a:spLocks noGrp="1"/>
          </p:cNvSpPr>
          <p:nvPr>
            <p:ph type="subTitle" idx="6"/>
          </p:nvPr>
        </p:nvSpPr>
        <p:spPr>
          <a:xfrm>
            <a:off x="7983000" y="4585733"/>
            <a:ext cx="29000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379" name="Google Shape;37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-304800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24434" y="-304800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" y="5330300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9124434" y="5330300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2"/>
          <p:cNvSpPr txBox="1">
            <a:spLocks noGrp="1"/>
          </p:cNvSpPr>
          <p:nvPr>
            <p:ph type="ctrTitle"/>
          </p:nvPr>
        </p:nvSpPr>
        <p:spPr>
          <a:xfrm flipH="1">
            <a:off x="609600" y="593367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5224992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 4">
  <p:cSld name="Title only  4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24301" y="8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3"/>
          <p:cNvSpPr txBox="1">
            <a:spLocks noGrp="1"/>
          </p:cNvSpPr>
          <p:nvPr>
            <p:ph type="ctrTitle"/>
          </p:nvPr>
        </p:nvSpPr>
        <p:spPr>
          <a:xfrm flipH="1">
            <a:off x="609600" y="602983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48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87" name="Google Shape;387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45234" y="5534530"/>
            <a:ext cx="1885367" cy="1701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8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623953" y="5725070"/>
            <a:ext cx="1885367" cy="17011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18904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5016735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24434" y="5016735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-51533"/>
            <a:ext cx="4400699" cy="3970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791300" y="1"/>
            <a:ext cx="4400699" cy="3970767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44"/>
          <p:cNvSpPr txBox="1">
            <a:spLocks noGrp="1"/>
          </p:cNvSpPr>
          <p:nvPr>
            <p:ph type="ctrTitle"/>
          </p:nvPr>
        </p:nvSpPr>
        <p:spPr>
          <a:xfrm flipH="1">
            <a:off x="720000" y="602983"/>
            <a:ext cx="10752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4232966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5">
  <p:cSld name="Title and four columns 5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6"/>
          <p:cNvSpPr txBox="1">
            <a:spLocks noGrp="1"/>
          </p:cNvSpPr>
          <p:nvPr>
            <p:ph type="ctrTitle"/>
          </p:nvPr>
        </p:nvSpPr>
        <p:spPr>
          <a:xfrm flipH="1">
            <a:off x="609600" y="602983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4" name="Google Shape;404;p46"/>
          <p:cNvSpPr txBox="1">
            <a:spLocks noGrp="1"/>
          </p:cNvSpPr>
          <p:nvPr>
            <p:ph type="ctrTitle" idx="2"/>
          </p:nvPr>
        </p:nvSpPr>
        <p:spPr>
          <a:xfrm>
            <a:off x="2253943" y="2533899"/>
            <a:ext cx="3505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5" name="Google Shape;405;p46"/>
          <p:cNvSpPr txBox="1">
            <a:spLocks noGrp="1"/>
          </p:cNvSpPr>
          <p:nvPr>
            <p:ph type="subTitle" idx="1"/>
          </p:nvPr>
        </p:nvSpPr>
        <p:spPr>
          <a:xfrm>
            <a:off x="2735743" y="3159700"/>
            <a:ext cx="254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6" name="Google Shape;406;p46"/>
          <p:cNvSpPr txBox="1">
            <a:spLocks noGrp="1"/>
          </p:cNvSpPr>
          <p:nvPr>
            <p:ph type="ctrTitle" idx="3"/>
          </p:nvPr>
        </p:nvSpPr>
        <p:spPr>
          <a:xfrm>
            <a:off x="2253943" y="4540004"/>
            <a:ext cx="3505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7" name="Google Shape;407;p46"/>
          <p:cNvSpPr txBox="1">
            <a:spLocks noGrp="1"/>
          </p:cNvSpPr>
          <p:nvPr>
            <p:ph type="subTitle" idx="4"/>
          </p:nvPr>
        </p:nvSpPr>
        <p:spPr>
          <a:xfrm>
            <a:off x="2735743" y="5162300"/>
            <a:ext cx="254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8" name="Google Shape;408;p46"/>
          <p:cNvSpPr txBox="1">
            <a:spLocks noGrp="1"/>
          </p:cNvSpPr>
          <p:nvPr>
            <p:ph type="ctrTitle" idx="5"/>
          </p:nvPr>
        </p:nvSpPr>
        <p:spPr>
          <a:xfrm>
            <a:off x="6432476" y="2533899"/>
            <a:ext cx="3505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9" name="Google Shape;409;p46"/>
          <p:cNvSpPr txBox="1">
            <a:spLocks noGrp="1"/>
          </p:cNvSpPr>
          <p:nvPr>
            <p:ph type="subTitle" idx="6"/>
          </p:nvPr>
        </p:nvSpPr>
        <p:spPr>
          <a:xfrm>
            <a:off x="6914276" y="3159700"/>
            <a:ext cx="254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0" name="Google Shape;410;p46"/>
          <p:cNvSpPr txBox="1">
            <a:spLocks noGrp="1"/>
          </p:cNvSpPr>
          <p:nvPr>
            <p:ph type="ctrTitle" idx="7"/>
          </p:nvPr>
        </p:nvSpPr>
        <p:spPr>
          <a:xfrm>
            <a:off x="6432476" y="4540004"/>
            <a:ext cx="3505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1" name="Google Shape;411;p46"/>
          <p:cNvSpPr txBox="1">
            <a:spLocks noGrp="1"/>
          </p:cNvSpPr>
          <p:nvPr>
            <p:ph type="subTitle" idx="8"/>
          </p:nvPr>
        </p:nvSpPr>
        <p:spPr>
          <a:xfrm>
            <a:off x="6914276" y="5162300"/>
            <a:ext cx="254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412" name="Google Shape;412;p46"/>
          <p:cNvCxnSpPr/>
          <p:nvPr/>
        </p:nvCxnSpPr>
        <p:spPr>
          <a:xfrm>
            <a:off x="3031200" y="2814217"/>
            <a:ext cx="6129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" name="Google Shape;413;p46"/>
          <p:cNvCxnSpPr/>
          <p:nvPr/>
        </p:nvCxnSpPr>
        <p:spPr>
          <a:xfrm>
            <a:off x="3031200" y="4836584"/>
            <a:ext cx="61296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14" name="Google Shape;414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9254733" y="-768064"/>
            <a:ext cx="3672368" cy="3313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79400" y="-768517"/>
            <a:ext cx="3672368" cy="3313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92100" y="4816458"/>
            <a:ext cx="3672368" cy="3313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9242033" y="4828658"/>
            <a:ext cx="3672368" cy="33135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64910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6">
  <p:cSld name="Title and four columns 6"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7"/>
          <p:cNvSpPr txBox="1">
            <a:spLocks noGrp="1"/>
          </p:cNvSpPr>
          <p:nvPr>
            <p:ph type="ctrTitle"/>
          </p:nvPr>
        </p:nvSpPr>
        <p:spPr>
          <a:xfrm flipH="1">
            <a:off x="720000" y="602983"/>
            <a:ext cx="10752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0" name="Google Shape;420;p47"/>
          <p:cNvSpPr txBox="1">
            <a:spLocks noGrp="1"/>
          </p:cNvSpPr>
          <p:nvPr>
            <p:ph type="ctrTitle" idx="2"/>
          </p:nvPr>
        </p:nvSpPr>
        <p:spPr>
          <a:xfrm>
            <a:off x="305919" y="3168012"/>
            <a:ext cx="3505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1" name="Google Shape;421;p47"/>
          <p:cNvSpPr txBox="1">
            <a:spLocks noGrp="1"/>
          </p:cNvSpPr>
          <p:nvPr>
            <p:ph type="subTitle" idx="1"/>
          </p:nvPr>
        </p:nvSpPr>
        <p:spPr>
          <a:xfrm>
            <a:off x="787719" y="3783296"/>
            <a:ext cx="254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2" name="Google Shape;422;p47"/>
          <p:cNvSpPr txBox="1">
            <a:spLocks noGrp="1"/>
          </p:cNvSpPr>
          <p:nvPr>
            <p:ph type="ctrTitle" idx="3"/>
          </p:nvPr>
        </p:nvSpPr>
        <p:spPr>
          <a:xfrm>
            <a:off x="2991031" y="3174812"/>
            <a:ext cx="3505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3" name="Google Shape;423;p47"/>
          <p:cNvSpPr txBox="1">
            <a:spLocks noGrp="1"/>
          </p:cNvSpPr>
          <p:nvPr>
            <p:ph type="subTitle" idx="4"/>
          </p:nvPr>
        </p:nvSpPr>
        <p:spPr>
          <a:xfrm>
            <a:off x="3472831" y="3790096"/>
            <a:ext cx="254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4" name="Google Shape;424;p47"/>
          <p:cNvSpPr txBox="1">
            <a:spLocks noGrp="1"/>
          </p:cNvSpPr>
          <p:nvPr>
            <p:ph type="ctrTitle" idx="5"/>
          </p:nvPr>
        </p:nvSpPr>
        <p:spPr>
          <a:xfrm>
            <a:off x="5714537" y="3182008"/>
            <a:ext cx="3505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5" name="Google Shape;425;p47"/>
          <p:cNvSpPr txBox="1">
            <a:spLocks noGrp="1"/>
          </p:cNvSpPr>
          <p:nvPr>
            <p:ph type="subTitle" idx="6"/>
          </p:nvPr>
        </p:nvSpPr>
        <p:spPr>
          <a:xfrm>
            <a:off x="6196337" y="3797292"/>
            <a:ext cx="254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6" name="Google Shape;426;p47"/>
          <p:cNvSpPr txBox="1">
            <a:spLocks noGrp="1"/>
          </p:cNvSpPr>
          <p:nvPr>
            <p:ph type="ctrTitle" idx="7"/>
          </p:nvPr>
        </p:nvSpPr>
        <p:spPr>
          <a:xfrm>
            <a:off x="8387235" y="3188808"/>
            <a:ext cx="3505600" cy="7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7" name="Google Shape;427;p47"/>
          <p:cNvSpPr txBox="1">
            <a:spLocks noGrp="1"/>
          </p:cNvSpPr>
          <p:nvPr>
            <p:ph type="subTitle" idx="8"/>
          </p:nvPr>
        </p:nvSpPr>
        <p:spPr>
          <a:xfrm>
            <a:off x="8869035" y="3804092"/>
            <a:ext cx="25420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428" name="Google Shape;428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429101" y="-774840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278373" y="4851833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9137073" y="4858699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" y="-775216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7"/>
          <p:cNvSpPr/>
          <p:nvPr/>
        </p:nvSpPr>
        <p:spPr>
          <a:xfrm>
            <a:off x="6898228" y="2311345"/>
            <a:ext cx="1138187" cy="984971"/>
          </a:xfrm>
          <a:custGeom>
            <a:avLst/>
            <a:gdLst/>
            <a:ahLst/>
            <a:cxnLst/>
            <a:rect l="l" t="t" r="r" b="b"/>
            <a:pathLst>
              <a:path w="9834" h="8508" extrusionOk="0">
                <a:moveTo>
                  <a:pt x="2425" y="1"/>
                </a:moveTo>
                <a:lnTo>
                  <a:pt x="1" y="4254"/>
                </a:lnTo>
                <a:lnTo>
                  <a:pt x="458" y="5077"/>
                </a:lnTo>
                <a:lnTo>
                  <a:pt x="2425" y="8507"/>
                </a:lnTo>
                <a:lnTo>
                  <a:pt x="7364" y="8507"/>
                </a:lnTo>
                <a:lnTo>
                  <a:pt x="9330" y="5077"/>
                </a:lnTo>
                <a:lnTo>
                  <a:pt x="9833" y="4254"/>
                </a:lnTo>
                <a:lnTo>
                  <a:pt x="7364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33" name="Google Shape;433;p47"/>
          <p:cNvSpPr/>
          <p:nvPr/>
        </p:nvSpPr>
        <p:spPr>
          <a:xfrm>
            <a:off x="4174721" y="2297367"/>
            <a:ext cx="1138187" cy="984971"/>
          </a:xfrm>
          <a:custGeom>
            <a:avLst/>
            <a:gdLst/>
            <a:ahLst/>
            <a:cxnLst/>
            <a:rect l="l" t="t" r="r" b="b"/>
            <a:pathLst>
              <a:path w="9834" h="8508" extrusionOk="0">
                <a:moveTo>
                  <a:pt x="2425" y="1"/>
                </a:moveTo>
                <a:lnTo>
                  <a:pt x="1" y="4254"/>
                </a:lnTo>
                <a:lnTo>
                  <a:pt x="458" y="5077"/>
                </a:lnTo>
                <a:lnTo>
                  <a:pt x="2425" y="8507"/>
                </a:lnTo>
                <a:lnTo>
                  <a:pt x="7364" y="8507"/>
                </a:lnTo>
                <a:lnTo>
                  <a:pt x="9330" y="5077"/>
                </a:lnTo>
                <a:lnTo>
                  <a:pt x="9833" y="4254"/>
                </a:lnTo>
                <a:lnTo>
                  <a:pt x="7364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34" name="Google Shape;434;p47"/>
          <p:cNvSpPr/>
          <p:nvPr/>
        </p:nvSpPr>
        <p:spPr>
          <a:xfrm>
            <a:off x="9570924" y="2311363"/>
            <a:ext cx="1138187" cy="984971"/>
          </a:xfrm>
          <a:custGeom>
            <a:avLst/>
            <a:gdLst/>
            <a:ahLst/>
            <a:cxnLst/>
            <a:rect l="l" t="t" r="r" b="b"/>
            <a:pathLst>
              <a:path w="9834" h="8508" extrusionOk="0">
                <a:moveTo>
                  <a:pt x="2425" y="1"/>
                </a:moveTo>
                <a:lnTo>
                  <a:pt x="1" y="4254"/>
                </a:lnTo>
                <a:lnTo>
                  <a:pt x="458" y="5077"/>
                </a:lnTo>
                <a:lnTo>
                  <a:pt x="2425" y="8507"/>
                </a:lnTo>
                <a:lnTo>
                  <a:pt x="7364" y="8507"/>
                </a:lnTo>
                <a:lnTo>
                  <a:pt x="9330" y="5077"/>
                </a:lnTo>
                <a:lnTo>
                  <a:pt x="9833" y="4254"/>
                </a:lnTo>
                <a:lnTo>
                  <a:pt x="7364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435" name="Google Shape;435;p47"/>
          <p:cNvSpPr/>
          <p:nvPr/>
        </p:nvSpPr>
        <p:spPr>
          <a:xfrm>
            <a:off x="1489608" y="2297351"/>
            <a:ext cx="1138187" cy="984971"/>
          </a:xfrm>
          <a:custGeom>
            <a:avLst/>
            <a:gdLst/>
            <a:ahLst/>
            <a:cxnLst/>
            <a:rect l="l" t="t" r="r" b="b"/>
            <a:pathLst>
              <a:path w="9834" h="8508" extrusionOk="0">
                <a:moveTo>
                  <a:pt x="2425" y="1"/>
                </a:moveTo>
                <a:lnTo>
                  <a:pt x="1" y="4254"/>
                </a:lnTo>
                <a:lnTo>
                  <a:pt x="458" y="5077"/>
                </a:lnTo>
                <a:lnTo>
                  <a:pt x="2425" y="8507"/>
                </a:lnTo>
                <a:lnTo>
                  <a:pt x="7364" y="8507"/>
                </a:lnTo>
                <a:lnTo>
                  <a:pt x="9330" y="5077"/>
                </a:lnTo>
                <a:lnTo>
                  <a:pt x="9833" y="4254"/>
                </a:lnTo>
                <a:lnTo>
                  <a:pt x="7364" y="1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95493928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8"/>
          <p:cNvSpPr txBox="1">
            <a:spLocks noGrp="1"/>
          </p:cNvSpPr>
          <p:nvPr>
            <p:ph type="ctrTitle"/>
          </p:nvPr>
        </p:nvSpPr>
        <p:spPr>
          <a:xfrm flipH="1">
            <a:off x="720000" y="602701"/>
            <a:ext cx="10752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8" name="Google Shape;438;p48"/>
          <p:cNvSpPr txBox="1">
            <a:spLocks noGrp="1"/>
          </p:cNvSpPr>
          <p:nvPr>
            <p:ph type="subTitle" idx="1"/>
          </p:nvPr>
        </p:nvSpPr>
        <p:spPr>
          <a:xfrm>
            <a:off x="1029467" y="2388399"/>
            <a:ext cx="26848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439" name="Google Shape;43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429101" y="-774840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278373" y="4851833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9137073" y="4858699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" y="-775216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8"/>
          <p:cNvSpPr txBox="1">
            <a:spLocks noGrp="1"/>
          </p:cNvSpPr>
          <p:nvPr>
            <p:ph type="title" idx="2" hasCustomPrompt="1"/>
          </p:nvPr>
        </p:nvSpPr>
        <p:spPr>
          <a:xfrm>
            <a:off x="1029467" y="1974833"/>
            <a:ext cx="2684800" cy="60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44" name="Google Shape;444;p48"/>
          <p:cNvSpPr txBox="1">
            <a:spLocks noGrp="1"/>
          </p:cNvSpPr>
          <p:nvPr>
            <p:ph type="subTitle" idx="3"/>
          </p:nvPr>
        </p:nvSpPr>
        <p:spPr>
          <a:xfrm>
            <a:off x="1017833" y="3806112"/>
            <a:ext cx="26848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5" name="Google Shape;445;p48"/>
          <p:cNvSpPr txBox="1">
            <a:spLocks noGrp="1"/>
          </p:cNvSpPr>
          <p:nvPr>
            <p:ph type="title" idx="4" hasCustomPrompt="1"/>
          </p:nvPr>
        </p:nvSpPr>
        <p:spPr>
          <a:xfrm>
            <a:off x="1017833" y="3399185"/>
            <a:ext cx="2684800" cy="60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46" name="Google Shape;446;p48"/>
          <p:cNvSpPr txBox="1">
            <a:spLocks noGrp="1"/>
          </p:cNvSpPr>
          <p:nvPr>
            <p:ph type="subTitle" idx="5"/>
          </p:nvPr>
        </p:nvSpPr>
        <p:spPr>
          <a:xfrm>
            <a:off x="8492467" y="2388399"/>
            <a:ext cx="26848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7" name="Google Shape;447;p48"/>
          <p:cNvSpPr txBox="1">
            <a:spLocks noGrp="1"/>
          </p:cNvSpPr>
          <p:nvPr>
            <p:ph type="title" idx="6" hasCustomPrompt="1"/>
          </p:nvPr>
        </p:nvSpPr>
        <p:spPr>
          <a:xfrm>
            <a:off x="8492400" y="1974833"/>
            <a:ext cx="2684800" cy="60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48" name="Google Shape;448;p48"/>
          <p:cNvSpPr txBox="1">
            <a:spLocks noGrp="1"/>
          </p:cNvSpPr>
          <p:nvPr>
            <p:ph type="subTitle" idx="7"/>
          </p:nvPr>
        </p:nvSpPr>
        <p:spPr>
          <a:xfrm>
            <a:off x="8492400" y="3799536"/>
            <a:ext cx="26848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9" name="Google Shape;449;p48"/>
          <p:cNvSpPr txBox="1">
            <a:spLocks noGrp="1"/>
          </p:cNvSpPr>
          <p:nvPr>
            <p:ph type="title" idx="8" hasCustomPrompt="1"/>
          </p:nvPr>
        </p:nvSpPr>
        <p:spPr>
          <a:xfrm>
            <a:off x="8492400" y="3399203"/>
            <a:ext cx="2684800" cy="60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26634346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9"/>
          <p:cNvSpPr txBox="1">
            <a:spLocks noGrp="1"/>
          </p:cNvSpPr>
          <p:nvPr>
            <p:ph type="ctrTitle"/>
          </p:nvPr>
        </p:nvSpPr>
        <p:spPr>
          <a:xfrm flipH="1">
            <a:off x="720000" y="602983"/>
            <a:ext cx="10752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2" name="Google Shape;452;p49"/>
          <p:cNvSpPr txBox="1">
            <a:spLocks noGrp="1"/>
          </p:cNvSpPr>
          <p:nvPr>
            <p:ph type="subTitle" idx="1"/>
          </p:nvPr>
        </p:nvSpPr>
        <p:spPr>
          <a:xfrm>
            <a:off x="1509333" y="4577149"/>
            <a:ext cx="2498800" cy="4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453" name="Google Shape;453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" y="-775216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9"/>
          <p:cNvSpPr txBox="1">
            <a:spLocks noGrp="1"/>
          </p:cNvSpPr>
          <p:nvPr>
            <p:ph type="title" idx="2" hasCustomPrompt="1"/>
          </p:nvPr>
        </p:nvSpPr>
        <p:spPr>
          <a:xfrm>
            <a:off x="4967800" y="2705684"/>
            <a:ext cx="2021200" cy="60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55" name="Google Shape;455;p49"/>
          <p:cNvSpPr txBox="1">
            <a:spLocks noGrp="1"/>
          </p:cNvSpPr>
          <p:nvPr>
            <p:ph type="title" idx="3" hasCustomPrompt="1"/>
          </p:nvPr>
        </p:nvSpPr>
        <p:spPr>
          <a:xfrm>
            <a:off x="4029933" y="4802233"/>
            <a:ext cx="1876400" cy="60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56" name="Google Shape;456;p49"/>
          <p:cNvSpPr txBox="1">
            <a:spLocks noGrp="1"/>
          </p:cNvSpPr>
          <p:nvPr>
            <p:ph type="title" idx="4" hasCustomPrompt="1"/>
          </p:nvPr>
        </p:nvSpPr>
        <p:spPr>
          <a:xfrm>
            <a:off x="6087791" y="4544916"/>
            <a:ext cx="914400" cy="60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64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57" name="Google Shape;457;p49"/>
          <p:cNvSpPr txBox="1">
            <a:spLocks noGrp="1"/>
          </p:cNvSpPr>
          <p:nvPr>
            <p:ph type="subTitle" idx="5"/>
          </p:nvPr>
        </p:nvSpPr>
        <p:spPr>
          <a:xfrm>
            <a:off x="7260092" y="2335683"/>
            <a:ext cx="2491600" cy="4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8" name="Google Shape;458;p49"/>
          <p:cNvSpPr txBox="1">
            <a:spLocks noGrp="1"/>
          </p:cNvSpPr>
          <p:nvPr>
            <p:ph type="subTitle" idx="6"/>
          </p:nvPr>
        </p:nvSpPr>
        <p:spPr>
          <a:xfrm>
            <a:off x="7101633" y="4588260"/>
            <a:ext cx="2498800" cy="4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9" name="Google Shape;459;p49"/>
          <p:cNvSpPr txBox="1">
            <a:spLocks noGrp="1"/>
          </p:cNvSpPr>
          <p:nvPr>
            <p:ph type="subTitle" idx="7"/>
          </p:nvPr>
        </p:nvSpPr>
        <p:spPr>
          <a:xfrm>
            <a:off x="7252744" y="2648916"/>
            <a:ext cx="2491600" cy="8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0" name="Google Shape;460;p49"/>
          <p:cNvSpPr txBox="1">
            <a:spLocks noGrp="1"/>
          </p:cNvSpPr>
          <p:nvPr>
            <p:ph type="subTitle" idx="8"/>
          </p:nvPr>
        </p:nvSpPr>
        <p:spPr>
          <a:xfrm>
            <a:off x="7105233" y="5078660"/>
            <a:ext cx="2491600" cy="7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1" name="Google Shape;461;p49"/>
          <p:cNvSpPr txBox="1">
            <a:spLocks noGrp="1"/>
          </p:cNvSpPr>
          <p:nvPr>
            <p:ph type="subTitle" idx="9"/>
          </p:nvPr>
        </p:nvSpPr>
        <p:spPr>
          <a:xfrm>
            <a:off x="1509333" y="4789587"/>
            <a:ext cx="2498800" cy="10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1832684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 only 7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35901" y="-1129512"/>
            <a:ext cx="4182433" cy="377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746073" y="-1128777"/>
            <a:ext cx="4182433" cy="377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736629" y="3721449"/>
            <a:ext cx="4182433" cy="377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8732692" y="3720715"/>
            <a:ext cx="4182433" cy="3773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0"/>
          <p:cNvSpPr txBox="1">
            <a:spLocks noGrp="1"/>
          </p:cNvSpPr>
          <p:nvPr>
            <p:ph type="ctrTitle"/>
          </p:nvPr>
        </p:nvSpPr>
        <p:spPr>
          <a:xfrm flipH="1">
            <a:off x="720000" y="602983"/>
            <a:ext cx="10752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4129363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 8">
  <p:cSld name="Title only  8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24301" y="-1218826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" y="5321987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51"/>
          <p:cNvSpPr txBox="1">
            <a:spLocks noGrp="1"/>
          </p:cNvSpPr>
          <p:nvPr>
            <p:ph type="ctrTitle"/>
          </p:nvPr>
        </p:nvSpPr>
        <p:spPr>
          <a:xfrm flipH="1">
            <a:off x="720000" y="602983"/>
            <a:ext cx="10752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21346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">
  <p:cSld name="Big number 2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2"/>
          <p:cNvSpPr txBox="1">
            <a:spLocks noGrp="1"/>
          </p:cNvSpPr>
          <p:nvPr>
            <p:ph type="title" hasCustomPrompt="1"/>
          </p:nvPr>
        </p:nvSpPr>
        <p:spPr>
          <a:xfrm>
            <a:off x="555568" y="1866767"/>
            <a:ext cx="8019200" cy="237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400"/>
              <a:buFont typeface="Fira Sans Extra Condensed Medium"/>
              <a:buNone/>
              <a:defRPr sz="7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74" name="Google Shape;474;p52"/>
          <p:cNvSpPr txBox="1">
            <a:spLocks noGrp="1"/>
          </p:cNvSpPr>
          <p:nvPr>
            <p:ph type="subTitle" idx="1"/>
          </p:nvPr>
        </p:nvSpPr>
        <p:spPr>
          <a:xfrm>
            <a:off x="720000" y="4212067"/>
            <a:ext cx="8022000" cy="5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475" name="Google Shape;4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124434" y="-16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9124421" y="4090123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2"/>
          <p:cNvSpPr/>
          <p:nvPr/>
        </p:nvSpPr>
        <p:spPr>
          <a:xfrm rot="5400000">
            <a:off x="2251500" y="-987333"/>
            <a:ext cx="4238800" cy="8742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39216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09944877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9">
  <p:cSld name="Title and three columns 9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3"/>
          <p:cNvSpPr txBox="1">
            <a:spLocks noGrp="1"/>
          </p:cNvSpPr>
          <p:nvPr>
            <p:ph type="ctrTitle"/>
          </p:nvPr>
        </p:nvSpPr>
        <p:spPr>
          <a:xfrm flipH="1">
            <a:off x="609600" y="602983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480" name="Google Shape;480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0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3"/>
          <p:cNvSpPr txBox="1">
            <a:spLocks noGrp="1"/>
          </p:cNvSpPr>
          <p:nvPr>
            <p:ph type="subTitle" idx="1"/>
          </p:nvPr>
        </p:nvSpPr>
        <p:spPr>
          <a:xfrm>
            <a:off x="2344243" y="5407589"/>
            <a:ext cx="16236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82" name="Google Shape;482;p53"/>
          <p:cNvSpPr txBox="1">
            <a:spLocks noGrp="1"/>
          </p:cNvSpPr>
          <p:nvPr>
            <p:ph type="subTitle" idx="2"/>
          </p:nvPr>
        </p:nvSpPr>
        <p:spPr>
          <a:xfrm>
            <a:off x="5252083" y="5427840"/>
            <a:ext cx="16832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83" name="Google Shape;483;p53"/>
          <p:cNvSpPr txBox="1">
            <a:spLocks noGrp="1"/>
          </p:cNvSpPr>
          <p:nvPr>
            <p:ph type="subTitle" idx="3"/>
          </p:nvPr>
        </p:nvSpPr>
        <p:spPr>
          <a:xfrm>
            <a:off x="8250000" y="5426249"/>
            <a:ext cx="16832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84" name="Google Shape;484;p53"/>
          <p:cNvSpPr txBox="1">
            <a:spLocks noGrp="1"/>
          </p:cNvSpPr>
          <p:nvPr>
            <p:ph type="subTitle" idx="4"/>
          </p:nvPr>
        </p:nvSpPr>
        <p:spPr>
          <a:xfrm>
            <a:off x="2325176" y="4972207"/>
            <a:ext cx="16236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85" name="Google Shape;485;p53"/>
          <p:cNvSpPr txBox="1">
            <a:spLocks noGrp="1"/>
          </p:cNvSpPr>
          <p:nvPr>
            <p:ph type="subTitle" idx="5"/>
          </p:nvPr>
        </p:nvSpPr>
        <p:spPr>
          <a:xfrm>
            <a:off x="5252083" y="4978400"/>
            <a:ext cx="16832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86" name="Google Shape;486;p53"/>
          <p:cNvSpPr txBox="1">
            <a:spLocks noGrp="1"/>
          </p:cNvSpPr>
          <p:nvPr>
            <p:ph type="subTitle" idx="6"/>
          </p:nvPr>
        </p:nvSpPr>
        <p:spPr>
          <a:xfrm>
            <a:off x="8250133" y="4978176"/>
            <a:ext cx="16832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SzPts val="1600"/>
              <a:buFont typeface="Squada One"/>
              <a:buNone/>
              <a:defRPr sz="2133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222503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7">
  <p:cSld name="Title and four columns 7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24301" y="8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55"/>
          <p:cNvSpPr txBox="1">
            <a:spLocks noGrp="1"/>
          </p:cNvSpPr>
          <p:nvPr>
            <p:ph type="ctrTitle"/>
          </p:nvPr>
        </p:nvSpPr>
        <p:spPr>
          <a:xfrm flipH="1">
            <a:off x="609600" y="602983"/>
            <a:ext cx="109728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48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07" name="Google Shape;507;p55"/>
          <p:cNvSpPr txBox="1">
            <a:spLocks noGrp="1"/>
          </p:cNvSpPr>
          <p:nvPr>
            <p:ph type="ctrTitle" idx="2"/>
          </p:nvPr>
        </p:nvSpPr>
        <p:spPr>
          <a:xfrm>
            <a:off x="3191733" y="5135409"/>
            <a:ext cx="1641600" cy="49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08" name="Google Shape;508;p55"/>
          <p:cNvSpPr txBox="1">
            <a:spLocks noGrp="1"/>
          </p:cNvSpPr>
          <p:nvPr>
            <p:ph type="subTitle" idx="1"/>
          </p:nvPr>
        </p:nvSpPr>
        <p:spPr>
          <a:xfrm>
            <a:off x="3191733" y="5483384"/>
            <a:ext cx="16416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09" name="Google Shape;509;p55"/>
          <p:cNvSpPr txBox="1">
            <a:spLocks noGrp="1"/>
          </p:cNvSpPr>
          <p:nvPr>
            <p:ph type="ctrTitle" idx="3"/>
          </p:nvPr>
        </p:nvSpPr>
        <p:spPr>
          <a:xfrm>
            <a:off x="5939267" y="5146367"/>
            <a:ext cx="1641600" cy="49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10" name="Google Shape;510;p55"/>
          <p:cNvSpPr txBox="1">
            <a:spLocks noGrp="1"/>
          </p:cNvSpPr>
          <p:nvPr>
            <p:ph type="subTitle" idx="4"/>
          </p:nvPr>
        </p:nvSpPr>
        <p:spPr>
          <a:xfrm>
            <a:off x="5939467" y="5482451"/>
            <a:ext cx="1641600" cy="7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11" name="Google Shape;511;p55"/>
          <p:cNvSpPr txBox="1">
            <a:spLocks noGrp="1"/>
          </p:cNvSpPr>
          <p:nvPr>
            <p:ph type="ctrTitle" idx="5"/>
          </p:nvPr>
        </p:nvSpPr>
        <p:spPr>
          <a:xfrm>
            <a:off x="4591700" y="1817201"/>
            <a:ext cx="1641600" cy="49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12" name="Google Shape;512;p55"/>
          <p:cNvSpPr txBox="1">
            <a:spLocks noGrp="1"/>
          </p:cNvSpPr>
          <p:nvPr>
            <p:ph type="subTitle" idx="6"/>
          </p:nvPr>
        </p:nvSpPr>
        <p:spPr>
          <a:xfrm>
            <a:off x="4591501" y="2208599"/>
            <a:ext cx="16416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13" name="Google Shape;513;p55"/>
          <p:cNvSpPr txBox="1">
            <a:spLocks noGrp="1"/>
          </p:cNvSpPr>
          <p:nvPr>
            <p:ph type="ctrTitle" idx="7"/>
          </p:nvPr>
        </p:nvSpPr>
        <p:spPr>
          <a:xfrm>
            <a:off x="7331233" y="1815151"/>
            <a:ext cx="1641600" cy="49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21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14" name="Google Shape;514;p55"/>
          <p:cNvSpPr txBox="1">
            <a:spLocks noGrp="1"/>
          </p:cNvSpPr>
          <p:nvPr>
            <p:ph type="subTitle" idx="8"/>
          </p:nvPr>
        </p:nvSpPr>
        <p:spPr>
          <a:xfrm>
            <a:off x="7331100" y="2206549"/>
            <a:ext cx="1641600" cy="49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000"/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2870752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1">
  <p:cSld name="Title and five columns 1"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-304800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9124434" y="-304800"/>
            <a:ext cx="3067567" cy="2767867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56"/>
          <p:cNvSpPr txBox="1">
            <a:spLocks noGrp="1"/>
          </p:cNvSpPr>
          <p:nvPr>
            <p:ph type="ctrTitle"/>
          </p:nvPr>
        </p:nvSpPr>
        <p:spPr>
          <a:xfrm flipH="1">
            <a:off x="830400" y="606073"/>
            <a:ext cx="10752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19" name="Google Shape;519;p56"/>
          <p:cNvSpPr txBox="1">
            <a:spLocks noGrp="1"/>
          </p:cNvSpPr>
          <p:nvPr>
            <p:ph type="subTitle" idx="1"/>
          </p:nvPr>
        </p:nvSpPr>
        <p:spPr>
          <a:xfrm>
            <a:off x="2097525" y="1985843"/>
            <a:ext cx="20744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0" name="Google Shape;520;p56"/>
          <p:cNvSpPr txBox="1">
            <a:spLocks noGrp="1"/>
          </p:cNvSpPr>
          <p:nvPr>
            <p:ph type="subTitle" idx="2"/>
          </p:nvPr>
        </p:nvSpPr>
        <p:spPr>
          <a:xfrm>
            <a:off x="5050243" y="1988027"/>
            <a:ext cx="20744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1" name="Google Shape;521;p56"/>
          <p:cNvSpPr txBox="1">
            <a:spLocks noGrp="1"/>
          </p:cNvSpPr>
          <p:nvPr>
            <p:ph type="subTitle" idx="3"/>
          </p:nvPr>
        </p:nvSpPr>
        <p:spPr>
          <a:xfrm>
            <a:off x="8085496" y="1991227"/>
            <a:ext cx="20744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2" name="Google Shape;522;p56"/>
          <p:cNvSpPr txBox="1">
            <a:spLocks noGrp="1"/>
          </p:cNvSpPr>
          <p:nvPr>
            <p:ph type="subTitle" idx="4"/>
          </p:nvPr>
        </p:nvSpPr>
        <p:spPr>
          <a:xfrm>
            <a:off x="2097527" y="1413963"/>
            <a:ext cx="2074400" cy="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3" name="Google Shape;523;p56"/>
          <p:cNvSpPr txBox="1">
            <a:spLocks noGrp="1"/>
          </p:cNvSpPr>
          <p:nvPr>
            <p:ph type="subTitle" idx="5"/>
          </p:nvPr>
        </p:nvSpPr>
        <p:spPr>
          <a:xfrm>
            <a:off x="5050432" y="1430163"/>
            <a:ext cx="20744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4" name="Google Shape;524;p56"/>
          <p:cNvSpPr txBox="1">
            <a:spLocks noGrp="1"/>
          </p:cNvSpPr>
          <p:nvPr>
            <p:ph type="subTitle" idx="6"/>
          </p:nvPr>
        </p:nvSpPr>
        <p:spPr>
          <a:xfrm>
            <a:off x="8085693" y="1420680"/>
            <a:ext cx="20744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5" name="Google Shape;525;p56"/>
          <p:cNvSpPr txBox="1">
            <a:spLocks noGrp="1"/>
          </p:cNvSpPr>
          <p:nvPr>
            <p:ph type="subTitle" idx="7"/>
          </p:nvPr>
        </p:nvSpPr>
        <p:spPr>
          <a:xfrm>
            <a:off x="3589909" y="5543276"/>
            <a:ext cx="20744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6" name="Google Shape;526;p56"/>
          <p:cNvSpPr txBox="1">
            <a:spLocks noGrp="1"/>
          </p:cNvSpPr>
          <p:nvPr>
            <p:ph type="subTitle" idx="8"/>
          </p:nvPr>
        </p:nvSpPr>
        <p:spPr>
          <a:xfrm>
            <a:off x="6541529" y="5518620"/>
            <a:ext cx="2074400" cy="8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7" name="Google Shape;527;p56"/>
          <p:cNvSpPr txBox="1">
            <a:spLocks noGrp="1"/>
          </p:cNvSpPr>
          <p:nvPr>
            <p:ph type="subTitle" idx="9"/>
          </p:nvPr>
        </p:nvSpPr>
        <p:spPr>
          <a:xfrm>
            <a:off x="3590099" y="5030913"/>
            <a:ext cx="20744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8" name="Google Shape;528;p56"/>
          <p:cNvSpPr txBox="1">
            <a:spLocks noGrp="1"/>
          </p:cNvSpPr>
          <p:nvPr>
            <p:ph type="subTitle" idx="13"/>
          </p:nvPr>
        </p:nvSpPr>
        <p:spPr>
          <a:xfrm>
            <a:off x="6541727" y="5032221"/>
            <a:ext cx="2074400" cy="6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accent2"/>
              </a:buClr>
              <a:buSzPts val="1600"/>
              <a:buFont typeface="Squada One"/>
              <a:buNone/>
              <a:defRPr sz="2133">
                <a:solidFill>
                  <a:schemeClr val="accent2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7987170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Title only 10"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35901" y="-621512"/>
            <a:ext cx="4182433" cy="377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8746073" y="-620777"/>
            <a:ext cx="4182433" cy="377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736629" y="3721449"/>
            <a:ext cx="4182433" cy="377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8732692" y="3720715"/>
            <a:ext cx="4182433" cy="377380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58"/>
          <p:cNvSpPr txBox="1">
            <a:spLocks noGrp="1"/>
          </p:cNvSpPr>
          <p:nvPr>
            <p:ph type="ctrTitle"/>
          </p:nvPr>
        </p:nvSpPr>
        <p:spPr>
          <a:xfrm flipH="1">
            <a:off x="720000" y="676533"/>
            <a:ext cx="10752000" cy="8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747349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">
  <p:cSld name="Thanks 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9"/>
          <p:cNvSpPr txBox="1">
            <a:spLocks noGrp="1"/>
          </p:cNvSpPr>
          <p:nvPr>
            <p:ph type="ctrTitle"/>
          </p:nvPr>
        </p:nvSpPr>
        <p:spPr>
          <a:xfrm flipH="1">
            <a:off x="609600" y="1924040"/>
            <a:ext cx="35944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41" name="Google Shape;541;p59"/>
          <p:cNvSpPr txBox="1"/>
          <p:nvPr/>
        </p:nvSpPr>
        <p:spPr>
          <a:xfrm>
            <a:off x="4520433" y="2675503"/>
            <a:ext cx="3757600" cy="16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CREDITS: This presentation template was created by</a:t>
            </a:r>
            <a:r>
              <a:rPr lang="en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</a:t>
            </a:r>
            <a:r>
              <a:rPr lang="en" sz="1600">
                <a:solidFill>
                  <a:schemeClr val="lt1"/>
                </a:solidFill>
                <a:uFill>
                  <a:noFill/>
                </a:uFill>
                <a:latin typeface="Roboto Condensed Light"/>
                <a:ea typeface="Roboto Condensed Light"/>
                <a:cs typeface="Roboto Condensed Light"/>
                <a:sym typeface="Roboto Condense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including icons by </a:t>
            </a:r>
            <a:r>
              <a:rPr lang="en" sz="1600">
                <a:solidFill>
                  <a:schemeClr val="lt1"/>
                </a:solidFill>
                <a:uFill>
                  <a:noFill/>
                </a:uFill>
                <a:latin typeface="Roboto Condensed Light"/>
                <a:ea typeface="Roboto Condensed Light"/>
                <a:cs typeface="Roboto Condensed Light"/>
                <a:sym typeface="Roboto Condense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infographics &amp; images by </a:t>
            </a:r>
            <a:r>
              <a:rPr lang="en" sz="1600">
                <a:solidFill>
                  <a:schemeClr val="lt1"/>
                </a:solidFill>
                <a:uFill>
                  <a:noFill/>
                </a:uFill>
                <a:latin typeface="Roboto Condensed Light"/>
                <a:ea typeface="Roboto Condensed Light"/>
                <a:cs typeface="Roboto Condensed Light"/>
                <a:sym typeface="Roboto Condense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600">
              <a:solidFill>
                <a:schemeClr val="lt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1828754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828754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highlight>
                <a:srgbClr val="FFD80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828754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highlight>
                <a:srgbClr val="FFD80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828754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D809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sz="1600">
              <a:solidFill>
                <a:schemeClr val="dk1"/>
              </a:solidFill>
              <a:highlight>
                <a:srgbClr val="FFD809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828754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59"/>
          <p:cNvSpPr txBox="1">
            <a:spLocks noGrp="1"/>
          </p:cNvSpPr>
          <p:nvPr>
            <p:ph type="subTitle" idx="1"/>
          </p:nvPr>
        </p:nvSpPr>
        <p:spPr>
          <a:xfrm>
            <a:off x="609584" y="2718351"/>
            <a:ext cx="3594400" cy="6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543" name="Google Shape;543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762371" y="-1832139"/>
            <a:ext cx="5429628" cy="4899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6744999" y="3702382"/>
            <a:ext cx="5429628" cy="48991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294153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Title only 11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0"/>
          <p:cNvSpPr txBox="1">
            <a:spLocks noGrp="1"/>
          </p:cNvSpPr>
          <p:nvPr>
            <p:ph type="ctrTitle"/>
          </p:nvPr>
        </p:nvSpPr>
        <p:spPr>
          <a:xfrm flipH="1">
            <a:off x="720000" y="608240"/>
            <a:ext cx="10752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547" name="Google Shape;547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10361289" y="5297989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225326" y="5191423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359773" y="-281114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239192" y="-174547"/>
            <a:ext cx="3067567" cy="2767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51139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Title only 12"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1"/>
          <p:cNvSpPr txBox="1">
            <a:spLocks noGrp="1"/>
          </p:cNvSpPr>
          <p:nvPr>
            <p:ph type="ctrTitle"/>
          </p:nvPr>
        </p:nvSpPr>
        <p:spPr>
          <a:xfrm flipH="1">
            <a:off x="720000" y="608240"/>
            <a:ext cx="10752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553" name="Google Shape;553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359773" y="-281114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239192" y="-174547"/>
            <a:ext cx="3067567" cy="2767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260391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 9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2"/>
          <p:cNvSpPr txBox="1">
            <a:spLocks noGrp="1"/>
          </p:cNvSpPr>
          <p:nvPr>
            <p:ph type="ctrTitle"/>
          </p:nvPr>
        </p:nvSpPr>
        <p:spPr>
          <a:xfrm flipH="1">
            <a:off x="720000" y="607427"/>
            <a:ext cx="10752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57" name="Google Shape;557;p62"/>
          <p:cNvSpPr txBox="1">
            <a:spLocks noGrp="1"/>
          </p:cNvSpPr>
          <p:nvPr>
            <p:ph type="subTitle" idx="1"/>
          </p:nvPr>
        </p:nvSpPr>
        <p:spPr>
          <a:xfrm>
            <a:off x="3450800" y="2947533"/>
            <a:ext cx="5290400" cy="245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67732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3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58" name="Google Shape;558;p62">
            <a:hlinkClick r:id="rId2"/>
          </p:cNvPr>
          <p:cNvSpPr txBox="1">
            <a:spLocks noGrp="1"/>
          </p:cNvSpPr>
          <p:nvPr>
            <p:ph type="ctrTitle" idx="2"/>
          </p:nvPr>
        </p:nvSpPr>
        <p:spPr>
          <a:xfrm>
            <a:off x="4298800" y="2399256"/>
            <a:ext cx="3594400" cy="3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559" name="Google Shape;55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9663953" y="4383589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-1312304" y="4277023"/>
            <a:ext cx="3067567" cy="2767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787995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9663953" y="4180389"/>
            <a:ext cx="3067567" cy="2767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312304" y="4073823"/>
            <a:ext cx="3067567" cy="2767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8086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AF9FE-A54B-4920-8C71-10987A592750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35037-012E-443D-8242-353310958F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67251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91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44.xml"/><Relationship Id="rId39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52.xml"/><Relationship Id="rId42" Type="http://schemas.openxmlformats.org/officeDocument/2006/relationships/slideLayout" Target="../slideLayouts/slideLayout60.xml"/><Relationship Id="rId47" Type="http://schemas.openxmlformats.org/officeDocument/2006/relationships/slideLayout" Target="../slideLayouts/slideLayout65.xml"/><Relationship Id="rId50" Type="http://schemas.openxmlformats.org/officeDocument/2006/relationships/slideLayout" Target="../slideLayouts/slideLayout68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9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50.xml"/><Relationship Id="rId37" Type="http://schemas.openxmlformats.org/officeDocument/2006/relationships/slideLayout" Target="../slideLayouts/slideLayout55.xml"/><Relationship Id="rId40" Type="http://schemas.openxmlformats.org/officeDocument/2006/relationships/slideLayout" Target="../slideLayouts/slideLayout58.xml"/><Relationship Id="rId45" Type="http://schemas.openxmlformats.org/officeDocument/2006/relationships/slideLayout" Target="../slideLayouts/slideLayout63.xml"/><Relationship Id="rId53" Type="http://schemas.openxmlformats.org/officeDocument/2006/relationships/theme" Target="../theme/theme2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49.xml"/><Relationship Id="rId44" Type="http://schemas.openxmlformats.org/officeDocument/2006/relationships/slideLayout" Target="../slideLayouts/slideLayout62.xml"/><Relationship Id="rId52" Type="http://schemas.openxmlformats.org/officeDocument/2006/relationships/slideLayout" Target="../slideLayouts/slideLayout70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5.xml"/><Relationship Id="rId30" Type="http://schemas.openxmlformats.org/officeDocument/2006/relationships/slideLayout" Target="../slideLayouts/slideLayout48.xml"/><Relationship Id="rId35" Type="http://schemas.openxmlformats.org/officeDocument/2006/relationships/slideLayout" Target="../slideLayouts/slideLayout53.xml"/><Relationship Id="rId43" Type="http://schemas.openxmlformats.org/officeDocument/2006/relationships/slideLayout" Target="../slideLayouts/slideLayout61.xml"/><Relationship Id="rId48" Type="http://schemas.openxmlformats.org/officeDocument/2006/relationships/slideLayout" Target="../slideLayouts/slideLayout66.xml"/><Relationship Id="rId8" Type="http://schemas.openxmlformats.org/officeDocument/2006/relationships/slideLayout" Target="../slideLayouts/slideLayout26.xml"/><Relationship Id="rId51" Type="http://schemas.openxmlformats.org/officeDocument/2006/relationships/slideLayout" Target="../slideLayouts/slideLayout69.xml"/><Relationship Id="rId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51.xml"/><Relationship Id="rId38" Type="http://schemas.openxmlformats.org/officeDocument/2006/relationships/slideLayout" Target="../slideLayouts/slideLayout56.xml"/><Relationship Id="rId4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38.xml"/><Relationship Id="rId41" Type="http://schemas.openxmlformats.org/officeDocument/2006/relationships/slideLayout" Target="../slideLayouts/slideLayout59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6.xml"/><Relationship Id="rId36" Type="http://schemas.openxmlformats.org/officeDocument/2006/relationships/slideLayout" Target="../slideLayouts/slideLayout54.xml"/><Relationship Id="rId49" Type="http://schemas.openxmlformats.org/officeDocument/2006/relationships/slideLayout" Target="../slideLayouts/slideLayout6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51867" y="510133"/>
            <a:ext cx="10285200" cy="6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Oswald"/>
              <a:buNone/>
              <a:defRPr sz="34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Oswald"/>
              <a:buNone/>
              <a:defRPr sz="34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Oswald"/>
              <a:buNone/>
              <a:defRPr sz="34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Oswald"/>
              <a:buNone/>
              <a:defRPr sz="34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Oswald"/>
              <a:buNone/>
              <a:defRPr sz="34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Oswald"/>
              <a:buNone/>
              <a:defRPr sz="34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Oswald"/>
              <a:buNone/>
              <a:defRPr sz="34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Oswald"/>
              <a:buNone/>
              <a:defRPr sz="34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Oswald"/>
              <a:buNone/>
              <a:defRPr sz="34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3467" y="1536633"/>
            <a:ext cx="10285200" cy="46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57079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593367"/>
            <a:ext cx="10972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quada One"/>
              <a:buNone/>
              <a:defRPr sz="30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536633"/>
            <a:ext cx="10972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Condensed Light"/>
              <a:buChar char="●"/>
              <a:defRPr sz="18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7430669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4" r:id="rId1"/>
    <p:sldLayoutId id="2147483716" r:id="rId2"/>
    <p:sldLayoutId id="2147483717" r:id="rId3"/>
    <p:sldLayoutId id="2147483718" r:id="rId4"/>
    <p:sldLayoutId id="2147483719" r:id="rId5"/>
    <p:sldLayoutId id="2147483721" r:id="rId6"/>
    <p:sldLayoutId id="2147483722" r:id="rId7"/>
    <p:sldLayoutId id="2147483725" r:id="rId8"/>
    <p:sldLayoutId id="2147483726" r:id="rId9"/>
    <p:sldLayoutId id="2147483727" r:id="rId10"/>
    <p:sldLayoutId id="2147483728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754" r:id="rId34"/>
    <p:sldLayoutId id="2147483755" r:id="rId35"/>
    <p:sldLayoutId id="2147483757" r:id="rId36"/>
    <p:sldLayoutId id="2147483758" r:id="rId37"/>
    <p:sldLayoutId id="2147483759" r:id="rId38"/>
    <p:sldLayoutId id="2147483760" r:id="rId39"/>
    <p:sldLayoutId id="2147483761" r:id="rId40"/>
    <p:sldLayoutId id="2147483762" r:id="rId41"/>
    <p:sldLayoutId id="2147483763" r:id="rId42"/>
    <p:sldLayoutId id="2147483764" r:id="rId43"/>
    <p:sldLayoutId id="2147483766" r:id="rId44"/>
    <p:sldLayoutId id="2147483767" r:id="rId45"/>
    <p:sldLayoutId id="2147483769" r:id="rId46"/>
    <p:sldLayoutId id="2147483770" r:id="rId47"/>
    <p:sldLayoutId id="2147483771" r:id="rId48"/>
    <p:sldLayoutId id="2147483772" r:id="rId49"/>
    <p:sldLayoutId id="2147483773" r:id="rId50"/>
    <p:sldLayoutId id="2147483775" r:id="rId51"/>
    <p:sldLayoutId id="2147483776" r:id="rId5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92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759" name="Google Shape;759;p92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8283298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0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83B28F-B88C-F8BE-6FE1-65C5C01EB47E}"/>
              </a:ext>
            </a:extLst>
          </p:cNvPr>
          <p:cNvSpPr txBox="1"/>
          <p:nvPr/>
        </p:nvSpPr>
        <p:spPr>
          <a:xfrm>
            <a:off x="4191000" y="393174"/>
            <a:ext cx="669713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600" b="1" dirty="0">
                <a:solidFill>
                  <a:schemeClr val="bg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Introduction to Computer System</a:t>
            </a:r>
            <a:endParaRPr lang="en-IN" sz="6600" b="1" dirty="0">
              <a:latin typeface="Roboto Condensed Light" panose="02000000000000000000" pitchFamily="2" charset="0"/>
              <a:ea typeface="Roboto Condensed Light" panose="02000000000000000000" pitchFamily="2" charset="0"/>
              <a:cs typeface="Roboto Condensed Light" panose="02000000000000000000" pitchFamily="2" charset="0"/>
            </a:endParaRPr>
          </a:p>
        </p:txBody>
      </p:sp>
      <p:sp>
        <p:nvSpPr>
          <p:cNvPr id="23" name="Subtitle 5">
            <a:extLst>
              <a:ext uri="{FF2B5EF4-FFF2-40B4-BE49-F238E27FC236}">
                <a16:creationId xmlns:a16="http://schemas.microsoft.com/office/drawing/2014/main" id="{0C5C217D-CF4A-34B8-EDE5-6A9CCC58F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1167" y="4453467"/>
            <a:ext cx="4411979" cy="1877400"/>
          </a:xfrm>
        </p:spPr>
        <p:txBody>
          <a:bodyPr/>
          <a:lstStyle/>
          <a:p>
            <a:pPr algn="l"/>
            <a:r>
              <a:rPr lang="en-IN" dirty="0"/>
              <a:t>Presented by:</a:t>
            </a:r>
          </a:p>
          <a:p>
            <a:pPr algn="l"/>
            <a:r>
              <a:rPr lang="en-IN" sz="2000" dirty="0"/>
              <a:t>       Kagga Devi Sri(</a:t>
            </a:r>
            <a:r>
              <a:rPr lang="en-IN" sz="1800" dirty="0"/>
              <a:t>24B91A5716)</a:t>
            </a:r>
          </a:p>
          <a:p>
            <a:pPr algn="l"/>
            <a:r>
              <a:rPr lang="en-IN" sz="2000" dirty="0"/>
              <a:t>       </a:t>
            </a:r>
            <a:r>
              <a:rPr lang="en-IN" sz="2000" dirty="0" err="1"/>
              <a:t>Veerla</a:t>
            </a:r>
            <a:r>
              <a:rPr lang="en-IN" sz="2000" dirty="0"/>
              <a:t> </a:t>
            </a:r>
            <a:r>
              <a:rPr lang="en-IN" sz="2000" dirty="0" err="1"/>
              <a:t>Yasaswini</a:t>
            </a:r>
            <a:r>
              <a:rPr lang="en-IN" sz="2400" dirty="0"/>
              <a:t>(</a:t>
            </a:r>
            <a:r>
              <a:rPr lang="en-IN" sz="2000" dirty="0"/>
              <a:t>24B91A5762)</a:t>
            </a:r>
          </a:p>
          <a:p>
            <a:pPr algn="l"/>
            <a:r>
              <a:rPr lang="en-IN" sz="2000" dirty="0"/>
              <a:t>       Shaik Taslima</a:t>
            </a:r>
            <a:r>
              <a:rPr lang="en-IN" sz="2400" dirty="0"/>
              <a:t>(</a:t>
            </a:r>
            <a:r>
              <a:rPr lang="en-IN" sz="2000" dirty="0"/>
              <a:t>24B91A5752)</a:t>
            </a:r>
          </a:p>
          <a:p>
            <a:pPr algn="l"/>
            <a:r>
              <a:rPr lang="en-IN" sz="2000" dirty="0"/>
              <a:t>       </a:t>
            </a:r>
            <a:r>
              <a:rPr lang="en-IN" sz="2000" dirty="0" err="1"/>
              <a:t>Pasumarthi</a:t>
            </a:r>
            <a:r>
              <a:rPr lang="en-IN" sz="2000" dirty="0"/>
              <a:t> Abhiram</a:t>
            </a:r>
            <a:r>
              <a:rPr lang="en-IN" sz="2400" dirty="0"/>
              <a:t>(</a:t>
            </a:r>
            <a:r>
              <a:rPr lang="en-IN" sz="2000" dirty="0"/>
              <a:t>24B91A5745)</a:t>
            </a:r>
          </a:p>
          <a:p>
            <a:pPr algn="l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8456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D040E-9A29-7082-45F0-069AD956F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356659"/>
            <a:ext cx="10515600" cy="1325563"/>
          </a:xfrm>
        </p:spPr>
        <p:txBody>
          <a:bodyPr/>
          <a:lstStyle/>
          <a:p>
            <a:pPr algn="l"/>
            <a:r>
              <a:rPr lang="en-IN" sz="3200" b="1" dirty="0"/>
              <a:t>Computer System: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26157-0590-0B82-BEAC-A4F9CC71F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4166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cs typeface="Arial" panose="020B0604020202020204" pitchFamily="34" charset="0"/>
              </a:rPr>
              <a:t>                   A computer system is an electronic device that accepts data as input, processes it according to a set of instructions (program), stores the processed information, and produces meaningful output.</a:t>
            </a:r>
          </a:p>
          <a:p>
            <a:pPr marL="0" indent="0">
              <a:buNone/>
            </a:pPr>
            <a:r>
              <a:rPr lang="en-IN" sz="3200" b="1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IPO Cycle</a:t>
            </a:r>
            <a:r>
              <a:rPr lang="en-IN" sz="3200" b="1" dirty="0">
                <a:solidFill>
                  <a:schemeClr val="tx2"/>
                </a:solidFill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cs typeface="Arial" panose="020B0604020202020204" pitchFamily="34" charset="0"/>
              </a:rPr>
              <a:t>       </a:t>
            </a:r>
            <a:r>
              <a:rPr lang="en-IN" sz="2000" dirty="0"/>
              <a:t>A computer works based on the</a:t>
            </a:r>
            <a:r>
              <a:rPr lang="en-IN" sz="2000" b="1" dirty="0"/>
              <a:t> Input </a:t>
            </a:r>
            <a:r>
              <a:rPr lang="en-IN" sz="2000" dirty="0"/>
              <a:t>→ </a:t>
            </a:r>
            <a:r>
              <a:rPr lang="en-IN" sz="2000" b="1" dirty="0"/>
              <a:t>Process</a:t>
            </a:r>
            <a:r>
              <a:rPr lang="en-IN" sz="2000" dirty="0"/>
              <a:t> </a:t>
            </a:r>
            <a:r>
              <a:rPr lang="en-IN" sz="2000" b="1" dirty="0"/>
              <a:t>→ Output </a:t>
            </a:r>
            <a:r>
              <a:rPr lang="en-IN" sz="2000" dirty="0"/>
              <a:t>. </a:t>
            </a:r>
            <a:endParaRPr lang="en-IN" sz="2000" dirty="0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5B18DA-D5E7-88AA-3C7B-C01E4447F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986" y="3149600"/>
            <a:ext cx="7410027" cy="335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895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FDB15-BCF5-FC8D-7C0F-E87CC3A17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89" y="365125"/>
            <a:ext cx="10515600" cy="1666875"/>
          </a:xfrm>
        </p:spPr>
        <p:txBody>
          <a:bodyPr>
            <a:normAutofit fontScale="90000"/>
          </a:bodyPr>
          <a:lstStyle/>
          <a:p>
            <a:pPr algn="l"/>
            <a:br>
              <a:rPr lang="en-IN" sz="3200" dirty="0"/>
            </a:br>
            <a:r>
              <a:rPr lang="en-IN" sz="3200" b="1" dirty="0"/>
              <a:t>Invention of the Computer:</a:t>
            </a:r>
            <a:br>
              <a:rPr lang="en-IN" sz="3200" b="1" dirty="0"/>
            </a:br>
            <a:r>
              <a:rPr lang="en-IN" sz="3200" dirty="0">
                <a:latin typeface="+mn-lt"/>
              </a:rPr>
              <a:t>      </a:t>
            </a:r>
            <a:r>
              <a:rPr lang="en-IN" sz="2200" dirty="0">
                <a:latin typeface="+mn-lt"/>
              </a:rPr>
              <a:t>The foundation of the modern computer was laid by </a:t>
            </a:r>
            <a:br>
              <a:rPr lang="en-IN" sz="2200" dirty="0">
                <a:latin typeface="+mn-lt"/>
              </a:rPr>
            </a:br>
            <a:r>
              <a:rPr lang="en-IN" sz="2200" dirty="0">
                <a:latin typeface="+mn-lt"/>
              </a:rPr>
              <a:t>Charles Babbage (1837), who designed the Difference Engine </a:t>
            </a:r>
            <a:br>
              <a:rPr lang="en-IN" sz="2200" dirty="0">
                <a:latin typeface="+mn-lt"/>
              </a:rPr>
            </a:br>
            <a:r>
              <a:rPr lang="en-IN" sz="2200" dirty="0">
                <a:latin typeface="+mn-lt"/>
              </a:rPr>
              <a:t>and the Analytical Engine.</a:t>
            </a:r>
            <a:br>
              <a:rPr lang="en-IN" sz="2200" dirty="0">
                <a:latin typeface="+mn-lt"/>
              </a:rPr>
            </a:br>
            <a:endParaRPr lang="en-IN" sz="2200" dirty="0">
              <a:latin typeface="+mn-lt"/>
            </a:endParaRPr>
          </a:p>
        </p:txBody>
      </p:sp>
      <p:pic>
        <p:nvPicPr>
          <p:cNvPr id="4" name="Content Placeholder 3" descr="Charles Babbage Facts | Britannica">
            <a:extLst>
              <a:ext uri="{FF2B5EF4-FFF2-40B4-BE49-F238E27FC236}">
                <a16:creationId xmlns:a16="http://schemas.microsoft.com/office/drawing/2014/main" id="{98EBECA0-5437-EB90-A6BB-E110DDE692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2627" y="437939"/>
            <a:ext cx="3325055" cy="28691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ABBC27-F142-3821-A120-7BF33C333F45}"/>
              </a:ext>
            </a:extLst>
          </p:cNvPr>
          <p:cNvSpPr txBox="1"/>
          <p:nvPr/>
        </p:nvSpPr>
        <p:spPr>
          <a:xfrm>
            <a:off x="387773" y="2710191"/>
            <a:ext cx="6663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  </a:t>
            </a:r>
            <a:r>
              <a:rPr lang="en-IN" sz="2800" b="1" dirty="0">
                <a:solidFill>
                  <a:schemeClr val="bg1"/>
                </a:solidFill>
              </a:rPr>
              <a:t>Generations of the Computer: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07A1BA41-6B24-E6B0-8220-495FF12670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5793235"/>
              </p:ext>
            </p:extLst>
          </p:nvPr>
        </p:nvGraphicFramePr>
        <p:xfrm>
          <a:off x="1142349" y="3680460"/>
          <a:ext cx="8717280" cy="26764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16091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788EC-2C16-0033-42E1-E1A91A14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b="1" dirty="0"/>
              <a:t>Characteristics of a Computer : 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2AFE55B1-AB3A-F3B6-3A31-D22B9D0845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414" y="1536594"/>
            <a:ext cx="73744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13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7204D-2E27-8A1B-F2C2-B3DC45895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350299"/>
            <a:ext cx="8144933" cy="1073650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W</a:t>
            </a:r>
            <a:r>
              <a:rPr lang="en-IN" sz="3200" b="1" dirty="0"/>
              <a:t>here we use Computer Systems in our Daily life?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488A4-2B8D-C49A-1FAB-2F613EC91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340" y="15589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            </a:t>
            </a:r>
          </a:p>
          <a:p>
            <a:pPr marL="0" indent="0">
              <a:buNone/>
            </a:pPr>
            <a:r>
              <a:rPr lang="en-IN" dirty="0"/>
              <a:t>                  </a:t>
            </a:r>
            <a:endParaRPr lang="en-IN" dirty="0">
              <a:solidFill>
                <a:schemeClr val="accent6"/>
              </a:solidFill>
            </a:endParaRPr>
          </a:p>
        </p:txBody>
      </p:sp>
      <p:graphicFrame>
        <p:nvGraphicFramePr>
          <p:cNvPr id="34" name="Content Placeholder 3">
            <a:extLst>
              <a:ext uri="{FF2B5EF4-FFF2-40B4-BE49-F238E27FC236}">
                <a16:creationId xmlns:a16="http://schemas.microsoft.com/office/drawing/2014/main" id="{6BA1DDEA-DE58-0609-E878-3FD8A93BCE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2412035"/>
              </p:ext>
            </p:extLst>
          </p:nvPr>
        </p:nvGraphicFramePr>
        <p:xfrm>
          <a:off x="4930020" y="1208787"/>
          <a:ext cx="9121140" cy="48771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DFBC1BEE-3360-D07E-8318-FA736BBA3FC7}"/>
              </a:ext>
            </a:extLst>
          </p:cNvPr>
          <p:cNvSpPr txBox="1"/>
          <p:nvPr/>
        </p:nvSpPr>
        <p:spPr>
          <a:xfrm>
            <a:off x="213088" y="1636534"/>
            <a:ext cx="635889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</a:rPr>
              <a:t>Education: </a:t>
            </a:r>
          </a:p>
          <a:p>
            <a:r>
              <a:rPr lang="en-IN" sz="1800" dirty="0">
                <a:solidFill>
                  <a:schemeClr val="bg1"/>
                </a:solidFill>
              </a:rPr>
              <a:t>      Computers support online learning, digital classrooms,</a:t>
            </a:r>
          </a:p>
          <a:p>
            <a:r>
              <a:rPr lang="en-IN" sz="1800" dirty="0">
                <a:solidFill>
                  <a:schemeClr val="bg1"/>
                </a:solidFill>
              </a:rPr>
              <a:t> exams, and educational research.</a:t>
            </a:r>
          </a:p>
          <a:p>
            <a:r>
              <a:rPr lang="en-IN" sz="1800" dirty="0">
                <a:solidFill>
                  <a:schemeClr val="bg1"/>
                </a:solidFill>
              </a:rPr>
              <a:t>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Banking: 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Computers manage customer accounts,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online transactions, ATMs, and financial records securely.</a:t>
            </a:r>
          </a:p>
          <a:p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Healthcare: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  Computers help maintain patient records, medical diagnosis, and support hospital management</a:t>
            </a:r>
            <a:r>
              <a:rPr lang="en-IN" dirty="0">
                <a:solidFill>
                  <a:schemeClr val="bg1"/>
                </a:solidFill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399905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0EE17-3FA0-29BA-101A-7C264DBC5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66" y="398992"/>
            <a:ext cx="10515600" cy="1325563"/>
          </a:xfrm>
        </p:spPr>
        <p:txBody>
          <a:bodyPr/>
          <a:lstStyle/>
          <a:p>
            <a:r>
              <a:rPr lang="en-IN" b="1" dirty="0"/>
              <a:t>Block Diagram of Computer :</a:t>
            </a:r>
          </a:p>
        </p:txBody>
      </p:sp>
      <p:pic>
        <p:nvPicPr>
          <p:cNvPr id="9" name="Picture 8" descr="Block diagram of computer and explain it various components - e ...">
            <a:extLst>
              <a:ext uri="{FF2B5EF4-FFF2-40B4-BE49-F238E27FC236}">
                <a16:creationId xmlns:a16="http://schemas.microsoft.com/office/drawing/2014/main" id="{C498FE26-3169-0E45-77E2-EA6965785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01784"/>
            <a:ext cx="5460275" cy="50509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D6102D-0795-9DFD-3A2D-A343D46317EA}"/>
              </a:ext>
            </a:extLst>
          </p:cNvPr>
          <p:cNvSpPr txBox="1"/>
          <p:nvPr/>
        </p:nvSpPr>
        <p:spPr>
          <a:xfrm>
            <a:off x="5789889" y="2526369"/>
            <a:ext cx="62889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Central Processing Unit (CPU) :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     The CPU is known as the Brain of the Computer.</a:t>
            </a:r>
          </a:p>
          <a:p>
            <a:r>
              <a:rPr lang="en-IN" sz="2000" dirty="0">
                <a:solidFill>
                  <a:schemeClr val="bg1"/>
                </a:solidFill>
              </a:rPr>
              <a:t>It performs all calculations and controls the operation </a:t>
            </a:r>
          </a:p>
          <a:p>
            <a:r>
              <a:rPr lang="en-IN" sz="2000" dirty="0">
                <a:solidFill>
                  <a:schemeClr val="bg1"/>
                </a:solidFill>
              </a:rPr>
              <a:t>of the computer. Components of CPU are</a:t>
            </a:r>
          </a:p>
          <a:p>
            <a:pPr marL="914400" lvl="2"/>
            <a:r>
              <a:rPr lang="en-IN" sz="2000" dirty="0">
                <a:solidFill>
                  <a:schemeClr val="bg1"/>
                </a:solidFill>
              </a:rPr>
              <a:t>1) ALU</a:t>
            </a:r>
          </a:p>
          <a:p>
            <a:pPr marL="914400" lvl="2"/>
            <a:r>
              <a:rPr lang="en-IN" sz="1800" dirty="0">
                <a:solidFill>
                  <a:schemeClr val="bg1"/>
                </a:solidFill>
              </a:rPr>
              <a:t>2) Control</a:t>
            </a:r>
            <a:r>
              <a:rPr lang="en-IN" sz="2000" dirty="0">
                <a:solidFill>
                  <a:schemeClr val="bg1"/>
                </a:solidFill>
              </a:rPr>
              <a:t> Unit</a:t>
            </a:r>
          </a:p>
          <a:p>
            <a:pPr marL="914400" lvl="2"/>
            <a:r>
              <a:rPr lang="en-IN" sz="2000" dirty="0">
                <a:solidFill>
                  <a:schemeClr val="bg1"/>
                </a:solidFill>
              </a:rPr>
              <a:t>3) Memory Unit</a:t>
            </a:r>
          </a:p>
        </p:txBody>
      </p:sp>
    </p:spTree>
    <p:extLst>
      <p:ext uri="{BB962C8B-B14F-4D97-AF65-F5344CB8AC3E}">
        <p14:creationId xmlns:p14="http://schemas.microsoft.com/office/powerpoint/2010/main" val="3755707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40D061BF-4D21-9976-DCDD-09C37B6E2553}"/>
              </a:ext>
            </a:extLst>
          </p:cNvPr>
          <p:cNvSpPr txBox="1">
            <a:spLocks/>
          </p:cNvSpPr>
          <p:nvPr/>
        </p:nvSpPr>
        <p:spPr>
          <a:xfrm flipH="1">
            <a:off x="721360" y="379463"/>
            <a:ext cx="98958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</a:rPr>
              <a:t>Arithmetic Logic Unit (ALU): 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        </a:t>
            </a:r>
            <a:r>
              <a:rPr lang="en-IN" sz="1800" dirty="0">
                <a:solidFill>
                  <a:schemeClr val="bg1"/>
                </a:solidFill>
              </a:rPr>
              <a:t>The Arithmetic Logic Unit (ALU) is a part of the CPU that performs all arithmetic and logical operations. It is called the calculator of the computer because it carries out mathematical calculations and comparisons.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2C1AA3-6318-3E0D-AC0B-238B2D8473B4}"/>
              </a:ext>
            </a:extLst>
          </p:cNvPr>
          <p:cNvSpPr txBox="1"/>
          <p:nvPr/>
        </p:nvSpPr>
        <p:spPr>
          <a:xfrm>
            <a:off x="721360" y="1893625"/>
            <a:ext cx="9977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</a:rPr>
              <a:t>Control Unit (CU) :</a:t>
            </a:r>
          </a:p>
          <a:p>
            <a:r>
              <a:rPr lang="en-IN" sz="1800" dirty="0">
                <a:solidFill>
                  <a:schemeClr val="bg1"/>
                </a:solidFill>
              </a:rPr>
              <a:t>    The Control Unit (CU) is a component of the Central Processing Unit (CPU) that controls and coordinates all operations of the computer.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072517-E65A-ED15-B37C-44F35FDE6409}"/>
              </a:ext>
            </a:extLst>
          </p:cNvPr>
          <p:cNvSpPr txBox="1"/>
          <p:nvPr/>
        </p:nvSpPr>
        <p:spPr>
          <a:xfrm>
            <a:off x="721360" y="3130788"/>
            <a:ext cx="9977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</a:rPr>
              <a:t>Memory Unit (MU): 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      </a:t>
            </a:r>
            <a:r>
              <a:rPr lang="en-IN" sz="1800" dirty="0">
                <a:solidFill>
                  <a:schemeClr val="bg1"/>
                </a:solidFill>
              </a:rPr>
              <a:t> The Memory Unit is a part of the computer that stores data, instructions, and processing results. It holds information temporarily or permanently so that the CPU can access it whenever needed.</a:t>
            </a:r>
          </a:p>
        </p:txBody>
      </p:sp>
    </p:spTree>
    <p:extLst>
      <p:ext uri="{BB962C8B-B14F-4D97-AF65-F5344CB8AC3E}">
        <p14:creationId xmlns:p14="http://schemas.microsoft.com/office/powerpoint/2010/main" val="924230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031516C-45BE-8839-1F98-89DB49A393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3312160" y="602983"/>
            <a:ext cx="8159840" cy="894000"/>
          </a:xfrm>
        </p:spPr>
        <p:txBody>
          <a:bodyPr/>
          <a:lstStyle/>
          <a:p>
            <a:pPr algn="l"/>
            <a:r>
              <a:rPr lang="en-IN" sz="3600" b="1" dirty="0"/>
              <a:t>Types of Memory:</a:t>
            </a:r>
            <a:br>
              <a:rPr lang="en-IN" sz="3600" b="1" dirty="0"/>
            </a:br>
            <a:endParaRPr lang="en-IN" sz="3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4304ED-4CB3-6CAE-3898-115C7E4F9EA8}"/>
              </a:ext>
            </a:extLst>
          </p:cNvPr>
          <p:cNvSpPr txBox="1"/>
          <p:nvPr/>
        </p:nvSpPr>
        <p:spPr>
          <a:xfrm>
            <a:off x="2591480" y="1496983"/>
            <a:ext cx="84829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</a:rPr>
              <a:t>Primary Memory (Main Memory) :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         </a:t>
            </a:r>
            <a:r>
              <a:rPr lang="en-IN" sz="1800" dirty="0">
                <a:solidFill>
                  <a:schemeClr val="bg1"/>
                </a:solidFill>
              </a:rPr>
              <a:t> It is directly accessed by the CPU ,fast but has limited storage capacity and used to store data and programs currently in use.</a:t>
            </a:r>
          </a:p>
          <a:p>
            <a:endParaRPr lang="en-IN" sz="1800" dirty="0">
              <a:solidFill>
                <a:schemeClr val="bg1"/>
              </a:solidFill>
            </a:endParaRPr>
          </a:p>
          <a:p>
            <a:r>
              <a:rPr lang="en-IN" sz="1800" dirty="0">
                <a:solidFill>
                  <a:schemeClr val="bg1"/>
                </a:solidFill>
              </a:rPr>
              <a:t>Examples : </a:t>
            </a:r>
          </a:p>
          <a:p>
            <a:r>
              <a:rPr lang="en-IN" sz="1800" dirty="0">
                <a:solidFill>
                  <a:schemeClr val="bg1"/>
                </a:solidFill>
              </a:rPr>
              <a:t>  </a:t>
            </a:r>
            <a:r>
              <a:rPr lang="en-IN" sz="1800" dirty="0"/>
              <a:t> </a:t>
            </a:r>
            <a:r>
              <a:rPr lang="en-IN" sz="1800" b="1" dirty="0">
                <a:solidFill>
                  <a:schemeClr val="bg1"/>
                </a:solidFill>
              </a:rPr>
              <a:t>RAM (Random Access Memory):   </a:t>
            </a:r>
            <a:r>
              <a:rPr lang="en-IN" sz="1800" dirty="0">
                <a:solidFill>
                  <a:schemeClr val="bg1"/>
                </a:solidFill>
              </a:rPr>
              <a:t>Temporary memory. Data is lost when the computer is turned off. </a:t>
            </a:r>
          </a:p>
          <a:p>
            <a:r>
              <a:rPr lang="en-IN" sz="1800" dirty="0">
                <a:solidFill>
                  <a:schemeClr val="bg1"/>
                </a:solidFill>
              </a:rPr>
              <a:t>     </a:t>
            </a:r>
            <a:r>
              <a:rPr lang="en-IN" sz="1800" b="1" dirty="0">
                <a:solidFill>
                  <a:schemeClr val="bg1"/>
                </a:solidFill>
              </a:rPr>
              <a:t>ROM (Read Only Memory): </a:t>
            </a:r>
            <a:r>
              <a:rPr lang="en-IN" sz="1800" dirty="0">
                <a:solidFill>
                  <a:schemeClr val="bg1"/>
                </a:solidFill>
              </a:rPr>
              <a:t>Permanent memory. Stores important startup instructions.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989481-64A0-4106-E6A8-791FF1F0D04D}"/>
              </a:ext>
            </a:extLst>
          </p:cNvPr>
          <p:cNvSpPr txBox="1"/>
          <p:nvPr/>
        </p:nvSpPr>
        <p:spPr>
          <a:xfrm>
            <a:off x="2591480" y="4082306"/>
            <a:ext cx="91338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</a:rPr>
              <a:t>Secondary Memory </a:t>
            </a:r>
            <a:r>
              <a:rPr lang="en-IN" sz="1800" dirty="0">
                <a:solidFill>
                  <a:schemeClr val="bg1"/>
                </a:solidFill>
              </a:rPr>
              <a:t>: It stores data permanently, has a larger storage capacity than primary memory and slower than primary memory. </a:t>
            </a:r>
          </a:p>
          <a:p>
            <a:endParaRPr lang="en-IN" sz="1800" dirty="0">
              <a:solidFill>
                <a:schemeClr val="bg1"/>
              </a:solidFill>
            </a:endParaRPr>
          </a:p>
          <a:p>
            <a:r>
              <a:rPr lang="en-IN" sz="1800" dirty="0">
                <a:solidFill>
                  <a:schemeClr val="bg1"/>
                </a:solidFill>
              </a:rPr>
              <a:t>Examples: </a:t>
            </a:r>
          </a:p>
          <a:p>
            <a:r>
              <a:rPr lang="en-IN" sz="1800" dirty="0">
                <a:solidFill>
                  <a:schemeClr val="bg1"/>
                </a:solidFill>
              </a:rPr>
              <a:t> </a:t>
            </a:r>
            <a:r>
              <a:rPr lang="en-IN" sz="1800" b="1" dirty="0">
                <a:solidFill>
                  <a:schemeClr val="bg1"/>
                </a:solidFill>
              </a:rPr>
              <a:t>Hard Disk ,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 SSD (Solid State Drive),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 Pen Drive (USB Flash Drive),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 CD/DVD ,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 Memory Card .</a:t>
            </a:r>
          </a:p>
        </p:txBody>
      </p:sp>
    </p:spTree>
    <p:extLst>
      <p:ext uri="{BB962C8B-B14F-4D97-AF65-F5344CB8AC3E}">
        <p14:creationId xmlns:p14="http://schemas.microsoft.com/office/powerpoint/2010/main" val="1095349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300D9-3B18-06E5-55DE-24858FE3C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3200" b="1" dirty="0"/>
              <a:t>Input Devices:</a:t>
            </a:r>
            <a:br>
              <a:rPr lang="en-IN" sz="3200" b="1" dirty="0"/>
            </a:br>
            <a:endParaRPr lang="en-IN" sz="2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50C45-8D1B-43E3-CF41-B21D23459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/>
              <a:t>           </a:t>
            </a:r>
            <a:r>
              <a:rPr lang="en-IN" sz="2000" dirty="0"/>
              <a:t>Input devices are hardware components used to enter data and instructions into a computer. They help users communicate with the computer . Some of the Input devices are: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5B5E81-8E55-60AE-787A-FD697234A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480" y="2429933"/>
            <a:ext cx="6717453" cy="342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057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76DA1B0-4DC2-48E1-C549-80A4AF9E0AC8}"/>
              </a:ext>
            </a:extLst>
          </p:cNvPr>
          <p:cNvSpPr txBox="1"/>
          <p:nvPr/>
        </p:nvSpPr>
        <p:spPr>
          <a:xfrm>
            <a:off x="3789680" y="389376"/>
            <a:ext cx="86258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</a:rPr>
              <a:t>Keyboard : 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        </a:t>
            </a:r>
            <a:r>
              <a:rPr lang="en-IN" sz="1800" dirty="0">
                <a:solidFill>
                  <a:schemeClr val="bg1"/>
                </a:solidFill>
              </a:rPr>
              <a:t>The keyboard consists of alphabet keys, number keys, function keys, and special keys. It is mainly used for typing documents, entering data, and giving commands to the computer.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A1FC96-AAC7-4085-317F-7FD99EE30B3C}"/>
              </a:ext>
            </a:extLst>
          </p:cNvPr>
          <p:cNvSpPr txBox="1"/>
          <p:nvPr/>
        </p:nvSpPr>
        <p:spPr>
          <a:xfrm>
            <a:off x="3647440" y="2657307"/>
            <a:ext cx="8625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</a:rPr>
              <a:t>Mouse: 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        </a:t>
            </a:r>
            <a:r>
              <a:rPr lang="en-IN" sz="1800" dirty="0">
                <a:solidFill>
                  <a:schemeClr val="bg1"/>
                </a:solidFill>
              </a:rPr>
              <a:t>A mouse is a pointing device used to move the cursor on the screen. It helps users click, drag, scroll, and select files, folders, and other objects quickly.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F34EFA-1A90-3A06-8309-862D6A03A3D8}"/>
              </a:ext>
            </a:extLst>
          </p:cNvPr>
          <p:cNvSpPr txBox="1"/>
          <p:nvPr/>
        </p:nvSpPr>
        <p:spPr>
          <a:xfrm>
            <a:off x="3647440" y="4419576"/>
            <a:ext cx="85445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</a:rPr>
              <a:t>Scanner: </a:t>
            </a:r>
          </a:p>
          <a:p>
            <a:r>
              <a:rPr lang="en-IN" sz="1800" b="1" dirty="0">
                <a:solidFill>
                  <a:schemeClr val="bg1"/>
                </a:solidFill>
              </a:rPr>
              <a:t>        </a:t>
            </a:r>
            <a:r>
              <a:rPr lang="en-IN" sz="1800" dirty="0">
                <a:solidFill>
                  <a:schemeClr val="bg1"/>
                </a:solidFill>
              </a:rPr>
              <a:t>A scanner converts printed documents, photographs, and images into digital format. It is commonly used in offices, schools, and hospitals for storing documents electronically.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F076C4-7AE1-5FCA-FD4B-482A3276D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" y="522702"/>
            <a:ext cx="3545840" cy="1489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805634B-B83F-C80B-1DCB-10A0A0637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" y="2403307"/>
            <a:ext cx="3088005" cy="12561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B4F6860-2AAF-4CCC-6140-84D773F97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80" y="4050570"/>
            <a:ext cx="2646045" cy="193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848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BAFB0-BF1C-DD11-1027-9372D0717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7" y="297392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/>
              <a:t>Output Devices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C1F5B-F2EA-046D-7F13-35FD101A2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317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       Output devices are hardware components that display or produce the results of the data processed by the computer. They convert digital information into a form that users can see, hear, or use. Some of the output devices are :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B10CC59-1DFD-1BA6-BE4A-995DAAFE0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126" y="3108960"/>
            <a:ext cx="6344074" cy="294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EC4AF9-F01A-9501-BC40-720F95B543AB}"/>
              </a:ext>
            </a:extLst>
          </p:cNvPr>
          <p:cNvSpPr txBox="1"/>
          <p:nvPr/>
        </p:nvSpPr>
        <p:spPr>
          <a:xfrm>
            <a:off x="3037840" y="289465"/>
            <a:ext cx="8727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</a:rPr>
              <a:t>Monitor</a:t>
            </a:r>
            <a:r>
              <a:rPr lang="en-IN" sz="1800" dirty="0">
                <a:solidFill>
                  <a:schemeClr val="bg1"/>
                </a:solidFill>
              </a:rPr>
              <a:t> : </a:t>
            </a:r>
          </a:p>
          <a:p>
            <a:r>
              <a:rPr lang="en-IN" sz="1800" dirty="0">
                <a:solidFill>
                  <a:schemeClr val="bg1"/>
                </a:solidFill>
              </a:rPr>
              <a:t>           </a:t>
            </a:r>
          </a:p>
          <a:p>
            <a:r>
              <a:rPr lang="en-IN" sz="1800" dirty="0">
                <a:solidFill>
                  <a:schemeClr val="bg1"/>
                </a:solidFill>
              </a:rPr>
              <a:t>         Displays text, images, graphics, videos, and application results on the screen.   It is also called the Visual Display Unit (VDU).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8F9500-6AE1-F225-3132-76BD9506F219}"/>
              </a:ext>
            </a:extLst>
          </p:cNvPr>
          <p:cNvSpPr txBox="1"/>
          <p:nvPr/>
        </p:nvSpPr>
        <p:spPr>
          <a:xfrm>
            <a:off x="3037840" y="2317373"/>
            <a:ext cx="8554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  <a:latin typeface="+mj-lt"/>
                <a:ea typeface="Roboto Condensed Light" panose="02000000000000000000" pitchFamily="2" charset="0"/>
                <a:cs typeface="Roboto Condensed Light" panose="02000000000000000000" pitchFamily="2" charset="0"/>
              </a:rPr>
              <a:t>Printer:</a:t>
            </a:r>
          </a:p>
          <a:p>
            <a:r>
              <a:rPr lang="en-IN" sz="1800" b="1" dirty="0">
                <a:solidFill>
                  <a:schemeClr val="bg1"/>
                </a:solidFill>
                <a:latin typeface="+mj-lt"/>
                <a:ea typeface="Roboto Condensed Light" panose="02000000000000000000" pitchFamily="2" charset="0"/>
                <a:cs typeface="Roboto Condensed Light" panose="02000000000000000000" pitchFamily="2" charset="0"/>
              </a:rPr>
              <a:t>        </a:t>
            </a:r>
            <a:r>
              <a:rPr lang="en-IN" sz="18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IN" sz="1800" dirty="0">
                <a:solidFill>
                  <a:schemeClr val="bg1"/>
                </a:solidFill>
              </a:rPr>
              <a:t>A printer produces a hard copy of documents, reports, and images on paper. Printers are commonly used in schools, offices, and businesses.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ED2F68-F77C-3900-840A-55A9B320C09F}"/>
              </a:ext>
            </a:extLst>
          </p:cNvPr>
          <p:cNvSpPr txBox="1"/>
          <p:nvPr/>
        </p:nvSpPr>
        <p:spPr>
          <a:xfrm>
            <a:off x="3220720" y="4611052"/>
            <a:ext cx="85445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1"/>
                </a:solidFill>
              </a:rPr>
              <a:t>Speakers:</a:t>
            </a:r>
          </a:p>
          <a:p>
            <a:r>
              <a:rPr lang="en-IN" sz="1800" dirty="0">
                <a:solidFill>
                  <a:schemeClr val="bg1"/>
                </a:solidFill>
              </a:rPr>
              <a:t>     Speakers convert digital audio signals into sound. They are used to play music, videos, voice recordings, alarms, and system notifications.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A5BDD0-9156-74D8-3C25-C21CC95BE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2317373"/>
            <a:ext cx="2550160" cy="17893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AEC5BC6-F351-ED83-4C48-B6DEC8F3E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10" y="157480"/>
            <a:ext cx="2293620" cy="17893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8DE176-95ED-48A3-7219-AB6641165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510" y="4611052"/>
            <a:ext cx="246697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845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92572-D987-5B73-BA10-EC43A1DB9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933" y="500591"/>
            <a:ext cx="10515600" cy="1325563"/>
          </a:xfrm>
        </p:spPr>
        <p:txBody>
          <a:bodyPr/>
          <a:lstStyle/>
          <a:p>
            <a:r>
              <a:rPr lang="en-IN" sz="3200" b="1" dirty="0"/>
              <a:t>Advantages of computers:</a:t>
            </a:r>
            <a:endParaRPr lang="en-IN" b="1" dirty="0"/>
          </a:p>
        </p:txBody>
      </p:sp>
      <p:pic>
        <p:nvPicPr>
          <p:cNvPr id="8" name="Content Placeholder 7" descr="generate an image of advantages of computer in different aspects like speed,accuracy and ..">
            <a:extLst>
              <a:ext uri="{FF2B5EF4-FFF2-40B4-BE49-F238E27FC236}">
                <a16:creationId xmlns:a16="http://schemas.microsoft.com/office/drawing/2014/main" id="{D901F2FD-23AA-BCE2-8B7E-993B26A839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1801" y="1690688"/>
            <a:ext cx="76030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634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AD0F7-73FB-2150-3428-1AAF020A9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390522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/>
              <a:t>Limitations of computer: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26FD09-D365-D89E-B930-920EC6D7C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733" y="1352021"/>
            <a:ext cx="7484534" cy="4334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04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88B3A-A7F3-7313-6A2A-4CFD06F517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Quick Assignment Session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9F575-475E-113F-64EE-A091AEDD9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3776" y="2755675"/>
            <a:ext cx="2417200" cy="1779749"/>
          </a:xfrm>
        </p:spPr>
        <p:txBody>
          <a:bodyPr/>
          <a:lstStyle/>
          <a:p>
            <a:pPr algn="l"/>
            <a:r>
              <a:rPr lang="en-IN" sz="1800" dirty="0"/>
              <a:t>Which of the following</a:t>
            </a:r>
          </a:p>
          <a:p>
            <a:pPr algn="l"/>
            <a:r>
              <a:rPr lang="en-IN" sz="1800" dirty="0"/>
              <a:t>is an input device?</a:t>
            </a:r>
          </a:p>
          <a:p>
            <a:pPr marL="114300" indent="0" algn="l"/>
            <a:r>
              <a:rPr lang="en-IN" sz="1800" dirty="0"/>
              <a:t>     a . Printer  </a:t>
            </a:r>
          </a:p>
          <a:p>
            <a:pPr marL="114300" indent="0" algn="l"/>
            <a:r>
              <a:rPr lang="en-IN" sz="1800" dirty="0"/>
              <a:t>     b. Monitor   </a:t>
            </a:r>
          </a:p>
          <a:p>
            <a:pPr marL="114300" indent="0" algn="l"/>
            <a:r>
              <a:rPr lang="en-IN" sz="1800" dirty="0"/>
              <a:t>     c. Keyboard</a:t>
            </a:r>
          </a:p>
          <a:p>
            <a:pPr marL="114300" indent="0" algn="l"/>
            <a:r>
              <a:rPr lang="en-IN" sz="1800" dirty="0"/>
              <a:t>     d. Speaker</a:t>
            </a:r>
            <a:endParaRPr lang="en-IN" sz="2000" dirty="0"/>
          </a:p>
          <a:p>
            <a:pPr algn="l"/>
            <a:endParaRPr lang="en-IN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9458130-F2BF-F341-6780-AB7780E64226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4547616" y="2755675"/>
            <a:ext cx="3072384" cy="2285717"/>
          </a:xfrm>
        </p:spPr>
        <p:txBody>
          <a:bodyPr/>
          <a:lstStyle/>
          <a:p>
            <a:pPr algn="l"/>
            <a:r>
              <a:rPr lang="en-IN" sz="1800" dirty="0"/>
              <a:t>Which characteristic allows a computer to perform different tasks?</a:t>
            </a:r>
          </a:p>
          <a:p>
            <a:r>
              <a:rPr lang="en-IN" sz="1800" dirty="0"/>
              <a:t>a. Reliability</a:t>
            </a:r>
          </a:p>
          <a:p>
            <a:r>
              <a:rPr lang="en-IN" sz="1800" dirty="0"/>
              <a:t> b. Versatility </a:t>
            </a:r>
          </a:p>
          <a:p>
            <a:r>
              <a:rPr lang="en-IN" sz="1800" dirty="0"/>
              <a:t>   c. Automation</a:t>
            </a:r>
          </a:p>
          <a:p>
            <a:r>
              <a:rPr lang="en-IN" sz="1800" dirty="0"/>
              <a:t>d. Memory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7C82B5-A6B6-178F-8F88-8A9D0196B337}"/>
              </a:ext>
            </a:extLst>
          </p:cNvPr>
          <p:cNvSpPr txBox="1"/>
          <p:nvPr/>
        </p:nvSpPr>
        <p:spPr>
          <a:xfrm>
            <a:off x="7620000" y="2755675"/>
            <a:ext cx="27686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</a:t>
            </a:r>
            <a:r>
              <a:rPr lang="en-IN" sz="1600" dirty="0">
                <a:solidFill>
                  <a:schemeClr val="bg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Which of the following is an advantage of computers? A)They have emotions. B)They think independently.</a:t>
            </a:r>
          </a:p>
          <a:p>
            <a:r>
              <a:rPr lang="en-IN" sz="1600" dirty="0">
                <a:solidFill>
                  <a:schemeClr val="bg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C) They perform tasks with high speed and accuracy.</a:t>
            </a:r>
          </a:p>
          <a:p>
            <a:r>
              <a:rPr lang="en-IN" sz="1600" dirty="0">
                <a:solidFill>
                  <a:schemeClr val="bg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rPr>
              <a:t> D) They never require electricity.</a:t>
            </a:r>
          </a:p>
        </p:txBody>
      </p:sp>
    </p:spTree>
    <p:extLst>
      <p:ext uri="{BB962C8B-B14F-4D97-AF65-F5344CB8AC3E}">
        <p14:creationId xmlns:p14="http://schemas.microsoft.com/office/powerpoint/2010/main" val="1666338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460759-6C0B-6DA6-7161-545485D9EF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Assignment</a:t>
            </a:r>
            <a:br>
              <a:rPr lang="en-IN" dirty="0"/>
            </a:br>
            <a:r>
              <a:rPr lang="en-IN" dirty="0"/>
              <a:t>Section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AA7C73-7AB7-C0E2-76F6-7ACFE7D6C267}"/>
              </a:ext>
            </a:extLst>
          </p:cNvPr>
          <p:cNvSpPr>
            <a:spLocks noGrp="1"/>
          </p:cNvSpPr>
          <p:nvPr>
            <p:ph type="ctrTitle" idx="3"/>
          </p:nvPr>
        </p:nvSpPr>
        <p:spPr>
          <a:xfrm>
            <a:off x="5760720" y="736703"/>
            <a:ext cx="4815840" cy="1373079"/>
          </a:xfrm>
        </p:spPr>
        <p:txBody>
          <a:bodyPr/>
          <a:lstStyle/>
          <a:p>
            <a:r>
              <a:rPr lang="en-IN" sz="1800" dirty="0"/>
              <a:t>Which is an example of secondary memory? </a:t>
            </a:r>
            <a:br>
              <a:rPr lang="en-IN" sz="1800" dirty="0"/>
            </a:br>
            <a:r>
              <a:rPr lang="en-IN" sz="1800" dirty="0"/>
              <a:t>A) RAM        B) ROM </a:t>
            </a:r>
            <a:br>
              <a:rPr lang="en-IN" sz="1800" dirty="0"/>
            </a:br>
            <a:r>
              <a:rPr lang="en-IN" sz="1800" dirty="0"/>
              <a:t>C) SSD         D) Cache </a:t>
            </a:r>
            <a:br>
              <a:rPr lang="en-IN" dirty="0"/>
            </a:b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B1FBF2-A0B7-F0EF-7186-E1083B10053F}"/>
              </a:ext>
            </a:extLst>
          </p:cNvPr>
          <p:cNvSpPr txBox="1"/>
          <p:nvPr/>
        </p:nvSpPr>
        <p:spPr>
          <a:xfrm>
            <a:off x="5476140" y="3982813"/>
            <a:ext cx="6106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       Which of the following is a limitation of computers?</a:t>
            </a:r>
            <a:br>
              <a:rPr lang="en-IN" sz="1800" dirty="0">
                <a:solidFill>
                  <a:schemeClr val="bg1"/>
                </a:solidFill>
              </a:rPr>
            </a:br>
            <a:r>
              <a:rPr lang="en-IN" sz="1800" dirty="0">
                <a:solidFill>
                  <a:schemeClr val="bg1"/>
                </a:solidFill>
              </a:rPr>
              <a:t>        A) High speed     B) Large storage </a:t>
            </a:r>
          </a:p>
          <a:p>
            <a:r>
              <a:rPr lang="en-IN" sz="1800" dirty="0">
                <a:solidFill>
                  <a:schemeClr val="bg1"/>
                </a:solidFill>
              </a:rPr>
              <a:t>       C) Reliability         D) Cannot think   independently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9F478D-EBC3-AE82-72F1-47CA870FDAE8}"/>
              </a:ext>
            </a:extLst>
          </p:cNvPr>
          <p:cNvSpPr txBox="1"/>
          <p:nvPr/>
        </p:nvSpPr>
        <p:spPr>
          <a:xfrm>
            <a:off x="5989320" y="1928969"/>
            <a:ext cx="6106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Which sector uses computers for online learning?</a:t>
            </a:r>
          </a:p>
          <a:p>
            <a:r>
              <a:rPr lang="en-IN" sz="1800" dirty="0">
                <a:solidFill>
                  <a:schemeClr val="bg1"/>
                </a:solidFill>
              </a:rPr>
              <a:t> A) Banking                B) Education </a:t>
            </a:r>
          </a:p>
          <a:p>
            <a:r>
              <a:rPr lang="en-IN" sz="1800" dirty="0">
                <a:solidFill>
                  <a:schemeClr val="bg1"/>
                </a:solidFill>
              </a:rPr>
              <a:t>C) Entertainment        D) Business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E32FB8-C738-3EF4-5F31-1EE4C31EB29D}"/>
              </a:ext>
            </a:extLst>
          </p:cNvPr>
          <p:cNvSpPr txBox="1"/>
          <p:nvPr/>
        </p:nvSpPr>
        <p:spPr>
          <a:xfrm>
            <a:off x="5862320" y="5113327"/>
            <a:ext cx="58215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Which memory loses data when power is switched off?      A)  ROM         B) RAM </a:t>
            </a:r>
          </a:p>
          <a:p>
            <a:r>
              <a:rPr lang="en-IN" sz="1800" dirty="0">
                <a:solidFill>
                  <a:schemeClr val="bg1"/>
                </a:solidFill>
              </a:rPr>
              <a:t>C) Hard Disk   D) DVD</a:t>
            </a:r>
          </a:p>
        </p:txBody>
      </p:sp>
    </p:spTree>
    <p:extLst>
      <p:ext uri="{BB962C8B-B14F-4D97-AF65-F5344CB8AC3E}">
        <p14:creationId xmlns:p14="http://schemas.microsoft.com/office/powerpoint/2010/main" val="633527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795D85D8-393D-6BA2-C8F0-830D649E3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7933" y="1098540"/>
            <a:ext cx="7865533" cy="1314461"/>
          </a:xfrm>
        </p:spPr>
        <p:txBody>
          <a:bodyPr/>
          <a:lstStyle/>
          <a:p>
            <a:r>
              <a:rPr lang="en-IN" sz="5400" b="1" dirty="0">
                <a:latin typeface="Algerian" panose="04020705040A02060702" pitchFamily="82" charset="0"/>
              </a:rPr>
              <a:t>Any Doubts/Queries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A313F2-10B7-6925-6138-73556EEDE10C}"/>
              </a:ext>
            </a:extLst>
          </p:cNvPr>
          <p:cNvSpPr txBox="1"/>
          <p:nvPr/>
        </p:nvSpPr>
        <p:spPr>
          <a:xfrm>
            <a:off x="7450667" y="4707467"/>
            <a:ext cx="38972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lgerian" panose="04020705040A02060702" pitchFamily="82" charset="0"/>
              </a:rPr>
              <a:t>Thank You</a:t>
            </a:r>
            <a:endParaRPr lang="en-IN" sz="54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056178"/>
      </p:ext>
    </p:extLst>
  </p:cSld>
  <p:clrMapOvr>
    <a:masterClrMapping/>
  </p:clrMapOvr>
</p:sld>
</file>

<file path=ppt/theme/theme1.xml><?xml version="1.0" encoding="utf-8"?>
<a:theme xmlns:a="http://schemas.openxmlformats.org/drawingml/2006/main" name="Data &amp; Technology by Slidesgo">
  <a:themeElements>
    <a:clrScheme name="Simple Light">
      <a:dk1>
        <a:srgbClr val="000000"/>
      </a:dk1>
      <a:lt1>
        <a:srgbClr val="FFFFFF"/>
      </a:lt1>
      <a:dk2>
        <a:srgbClr val="262A38"/>
      </a:dk2>
      <a:lt2>
        <a:srgbClr val="445862"/>
      </a:lt2>
      <a:accent1>
        <a:srgbClr val="C7C7C7"/>
      </a:accent1>
      <a:accent2>
        <a:srgbClr val="096ABA"/>
      </a:accent2>
      <a:accent3>
        <a:srgbClr val="329CF2"/>
      </a:accent3>
      <a:accent4>
        <a:srgbClr val="90CAF8"/>
      </a:accent4>
      <a:accent5>
        <a:srgbClr val="BBDDFB"/>
      </a:accent5>
      <a:accent6>
        <a:srgbClr val="E4F1FB"/>
      </a:accent6>
      <a:hlink>
        <a:srgbClr val="329CF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ch Startup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88D3CE"/>
      </a:accent1>
      <a:accent2>
        <a:srgbClr val="423864"/>
      </a:accent2>
      <a:accent3>
        <a:srgbClr val="78909C"/>
      </a:accent3>
      <a:accent4>
        <a:srgbClr val="88D3CE"/>
      </a:accent4>
      <a:accent5>
        <a:srgbClr val="0097A7"/>
      </a:accent5>
      <a:accent6>
        <a:srgbClr val="423864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 &amp; Technology by Slidesgo</Template>
  <TotalTime>503</TotalTime>
  <Words>1116</Words>
  <Application>Microsoft Office PowerPoint</Application>
  <PresentationFormat>Widescreen</PresentationFormat>
  <Paragraphs>129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31" baseType="lpstr">
      <vt:lpstr>Fira Sans Extra Condensed Medium</vt:lpstr>
      <vt:lpstr>Kodchasan</vt:lpstr>
      <vt:lpstr>Proxima Nova</vt:lpstr>
      <vt:lpstr>Proxima Nova Semibold</vt:lpstr>
      <vt:lpstr>Squada One</vt:lpstr>
      <vt:lpstr>Algerian</vt:lpstr>
      <vt:lpstr>Arial</vt:lpstr>
      <vt:lpstr>Open Sans</vt:lpstr>
      <vt:lpstr>Oswald</vt:lpstr>
      <vt:lpstr>Roboto</vt:lpstr>
      <vt:lpstr>Roboto Condensed Light</vt:lpstr>
      <vt:lpstr>Data &amp; Technology by Slidesgo</vt:lpstr>
      <vt:lpstr>Tech Startup XL by Slidesgo</vt:lpstr>
      <vt:lpstr>2_Slidesgo Final Pages</vt:lpstr>
      <vt:lpstr>PowerPoint Presentation</vt:lpstr>
      <vt:lpstr>Computer System: </vt:lpstr>
      <vt:lpstr> Invention of the Computer:       The foundation of the modern computer was laid by  Charles Babbage (1837), who designed the Difference Engine  and the Analytical Engine. </vt:lpstr>
      <vt:lpstr>Characteristics of a Computer : </vt:lpstr>
      <vt:lpstr>Where we use Computer Systems in our Daily life?</vt:lpstr>
      <vt:lpstr>Block Diagram of Computer :</vt:lpstr>
      <vt:lpstr>PowerPoint Presentation</vt:lpstr>
      <vt:lpstr>Types of Memory: </vt:lpstr>
      <vt:lpstr>Input Devices: </vt:lpstr>
      <vt:lpstr>PowerPoint Presentation</vt:lpstr>
      <vt:lpstr>Output Devices :</vt:lpstr>
      <vt:lpstr>PowerPoint Presentation</vt:lpstr>
      <vt:lpstr>Advantages of computers:</vt:lpstr>
      <vt:lpstr>Limitations of computer:</vt:lpstr>
      <vt:lpstr>Quick Assignment Session</vt:lpstr>
      <vt:lpstr>Assignment Section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devisrikagga09@outlook.com</dc:creator>
  <cp:lastModifiedBy>devisrikagga09@outlook.com</cp:lastModifiedBy>
  <cp:revision>6</cp:revision>
  <dcterms:created xsi:type="dcterms:W3CDTF">2026-07-19T09:59:23Z</dcterms:created>
  <dcterms:modified xsi:type="dcterms:W3CDTF">2026-07-20T00:31:27Z</dcterms:modified>
</cp:coreProperties>
</file>